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3"/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3">
        <a:tint val="75000"/>
      </a:schemeClr>
      <a:schemeClr val="accent4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D2927A-BC70-4AEE-BEFF-4AD88DAFC53C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FC7AA3D2-DFAD-4EEC-897B-F872CAE5F08B}">
      <dgm:prSet/>
      <dgm:spPr/>
      <dgm:t>
        <a:bodyPr/>
        <a:lstStyle/>
        <a:p>
          <a:r>
            <a:rPr lang="en-IN" b="1"/>
            <a:t>Frontend</a:t>
          </a:r>
          <a:endParaRPr lang="en-IN"/>
        </a:p>
      </dgm:t>
    </dgm:pt>
    <dgm:pt modelId="{FE90517B-C9A0-4225-B2B8-A744955B2C26}" type="parTrans" cxnId="{629F5F1F-6277-4703-92AA-B101A5B40172}">
      <dgm:prSet/>
      <dgm:spPr/>
      <dgm:t>
        <a:bodyPr/>
        <a:lstStyle/>
        <a:p>
          <a:endParaRPr lang="en-IN"/>
        </a:p>
      </dgm:t>
    </dgm:pt>
    <dgm:pt modelId="{BA785054-295B-4673-8FDF-3F76039767EE}" type="sibTrans" cxnId="{629F5F1F-6277-4703-92AA-B101A5B40172}">
      <dgm:prSet/>
      <dgm:spPr/>
      <dgm:t>
        <a:bodyPr/>
        <a:lstStyle/>
        <a:p>
          <a:endParaRPr lang="en-IN"/>
        </a:p>
      </dgm:t>
    </dgm:pt>
    <dgm:pt modelId="{114FD036-A38C-4C9A-B51D-459E0B1281DE}">
      <dgm:prSet/>
      <dgm:spPr/>
      <dgm:t>
        <a:bodyPr/>
        <a:lstStyle/>
        <a:p>
          <a:r>
            <a:rPr lang="en-IN"/>
            <a:t>React </a:t>
          </a:r>
        </a:p>
      </dgm:t>
    </dgm:pt>
    <dgm:pt modelId="{0F3CFC0F-014D-4C2C-A7B9-F2F40FB093F7}" type="parTrans" cxnId="{E37BBDF5-FEC9-4B66-90F8-11DDF647D57D}">
      <dgm:prSet/>
      <dgm:spPr/>
      <dgm:t>
        <a:bodyPr/>
        <a:lstStyle/>
        <a:p>
          <a:endParaRPr lang="en-IN"/>
        </a:p>
      </dgm:t>
    </dgm:pt>
    <dgm:pt modelId="{3B3C5EDC-750D-46AF-9BA2-5286B455DA65}" type="sibTrans" cxnId="{E37BBDF5-FEC9-4B66-90F8-11DDF647D57D}">
      <dgm:prSet/>
      <dgm:spPr/>
      <dgm:t>
        <a:bodyPr/>
        <a:lstStyle/>
        <a:p>
          <a:endParaRPr lang="en-IN"/>
        </a:p>
      </dgm:t>
    </dgm:pt>
    <dgm:pt modelId="{43F648EF-B6C7-497E-B42C-8DBDDE3C6F7C}">
      <dgm:prSet/>
      <dgm:spPr/>
      <dgm:t>
        <a:bodyPr/>
        <a:lstStyle/>
        <a:p>
          <a:r>
            <a:rPr lang="en-IN"/>
            <a:t>TypeScript </a:t>
          </a:r>
        </a:p>
      </dgm:t>
    </dgm:pt>
    <dgm:pt modelId="{B3799B95-AEEE-49D2-B489-A5B8E01E86C5}" type="parTrans" cxnId="{59F1CAF2-E5A4-4713-AC32-790DE4C9D3F6}">
      <dgm:prSet/>
      <dgm:spPr/>
      <dgm:t>
        <a:bodyPr/>
        <a:lstStyle/>
        <a:p>
          <a:endParaRPr lang="en-IN"/>
        </a:p>
      </dgm:t>
    </dgm:pt>
    <dgm:pt modelId="{060A24DF-6F36-44B9-8A66-2AEBB3B9B25C}" type="sibTrans" cxnId="{59F1CAF2-E5A4-4713-AC32-790DE4C9D3F6}">
      <dgm:prSet/>
      <dgm:spPr/>
      <dgm:t>
        <a:bodyPr/>
        <a:lstStyle/>
        <a:p>
          <a:endParaRPr lang="en-IN"/>
        </a:p>
      </dgm:t>
    </dgm:pt>
    <dgm:pt modelId="{2AE7D8AD-689A-402A-8737-71E03477DEF5}">
      <dgm:prSet/>
      <dgm:spPr/>
      <dgm:t>
        <a:bodyPr/>
        <a:lstStyle/>
        <a:p>
          <a:r>
            <a:rPr lang="en-IN"/>
            <a:t>Vite </a:t>
          </a:r>
        </a:p>
      </dgm:t>
    </dgm:pt>
    <dgm:pt modelId="{25CBD75B-E527-4343-8269-297E0257A132}" type="parTrans" cxnId="{9E524C20-7978-42D4-B0F4-CF57876D91BE}">
      <dgm:prSet/>
      <dgm:spPr/>
      <dgm:t>
        <a:bodyPr/>
        <a:lstStyle/>
        <a:p>
          <a:endParaRPr lang="en-IN"/>
        </a:p>
      </dgm:t>
    </dgm:pt>
    <dgm:pt modelId="{F88767AD-4E3D-4CFF-9F87-0B2DDAB2D2DD}" type="sibTrans" cxnId="{9E524C20-7978-42D4-B0F4-CF57876D91BE}">
      <dgm:prSet/>
      <dgm:spPr/>
      <dgm:t>
        <a:bodyPr/>
        <a:lstStyle/>
        <a:p>
          <a:endParaRPr lang="en-IN"/>
        </a:p>
      </dgm:t>
    </dgm:pt>
    <dgm:pt modelId="{DE3D5723-12B8-46C0-9842-68604C18E216}">
      <dgm:prSet/>
      <dgm:spPr/>
      <dgm:t>
        <a:bodyPr/>
        <a:lstStyle/>
        <a:p>
          <a:r>
            <a:rPr lang="en-IN"/>
            <a:t>Tailwind CSS </a:t>
          </a:r>
        </a:p>
      </dgm:t>
    </dgm:pt>
    <dgm:pt modelId="{A4174705-38DC-4C8A-B77F-8075C5CCDECA}" type="parTrans" cxnId="{0C550A11-E4CA-488A-B275-56F7E1FB9F3B}">
      <dgm:prSet/>
      <dgm:spPr/>
      <dgm:t>
        <a:bodyPr/>
        <a:lstStyle/>
        <a:p>
          <a:endParaRPr lang="en-IN"/>
        </a:p>
      </dgm:t>
    </dgm:pt>
    <dgm:pt modelId="{260C9D72-141C-421C-B237-2FD1341B070D}" type="sibTrans" cxnId="{0C550A11-E4CA-488A-B275-56F7E1FB9F3B}">
      <dgm:prSet/>
      <dgm:spPr/>
      <dgm:t>
        <a:bodyPr/>
        <a:lstStyle/>
        <a:p>
          <a:endParaRPr lang="en-IN"/>
        </a:p>
      </dgm:t>
    </dgm:pt>
    <dgm:pt modelId="{63E85B2F-74EF-4EC8-9B6B-4D707E270334}">
      <dgm:prSet/>
      <dgm:spPr/>
      <dgm:t>
        <a:bodyPr/>
        <a:lstStyle/>
        <a:p>
          <a:r>
            <a:rPr lang="en-IN" b="1"/>
            <a:t>Backend</a:t>
          </a:r>
          <a:endParaRPr lang="en-IN"/>
        </a:p>
      </dgm:t>
    </dgm:pt>
    <dgm:pt modelId="{117814DA-5D15-434A-84D9-3C0D12211959}" type="parTrans" cxnId="{D131E2E4-2F0B-47D1-A8F3-4692488ADDB0}">
      <dgm:prSet/>
      <dgm:spPr/>
      <dgm:t>
        <a:bodyPr/>
        <a:lstStyle/>
        <a:p>
          <a:endParaRPr lang="en-IN"/>
        </a:p>
      </dgm:t>
    </dgm:pt>
    <dgm:pt modelId="{C44E7096-F430-4813-A643-89014A7C5C6D}" type="sibTrans" cxnId="{D131E2E4-2F0B-47D1-A8F3-4692488ADDB0}">
      <dgm:prSet/>
      <dgm:spPr/>
      <dgm:t>
        <a:bodyPr/>
        <a:lstStyle/>
        <a:p>
          <a:endParaRPr lang="en-IN"/>
        </a:p>
      </dgm:t>
    </dgm:pt>
    <dgm:pt modelId="{5B22488B-434A-4BCC-9C3F-4B55C8230F98}">
      <dgm:prSet/>
      <dgm:spPr/>
      <dgm:t>
        <a:bodyPr/>
        <a:lstStyle/>
        <a:p>
          <a:r>
            <a:rPr lang="en-IN"/>
            <a:t>Python </a:t>
          </a:r>
        </a:p>
      </dgm:t>
    </dgm:pt>
    <dgm:pt modelId="{5B522F22-D6FA-4815-8849-018D3CEE7D36}" type="parTrans" cxnId="{821F60EF-EB5A-4DAC-8489-1E3CE7F998EC}">
      <dgm:prSet/>
      <dgm:spPr/>
      <dgm:t>
        <a:bodyPr/>
        <a:lstStyle/>
        <a:p>
          <a:endParaRPr lang="en-IN"/>
        </a:p>
      </dgm:t>
    </dgm:pt>
    <dgm:pt modelId="{9DED6CA8-1BE7-4F5E-98F8-EEEB18FA87E5}" type="sibTrans" cxnId="{821F60EF-EB5A-4DAC-8489-1E3CE7F998EC}">
      <dgm:prSet/>
      <dgm:spPr/>
      <dgm:t>
        <a:bodyPr/>
        <a:lstStyle/>
        <a:p>
          <a:endParaRPr lang="en-IN"/>
        </a:p>
      </dgm:t>
    </dgm:pt>
    <dgm:pt modelId="{BB6ED34F-EC05-4578-935A-4A02412C29FD}">
      <dgm:prSet/>
      <dgm:spPr/>
      <dgm:t>
        <a:bodyPr/>
        <a:lstStyle/>
        <a:p>
          <a:r>
            <a:rPr lang="en-IN"/>
            <a:t>FastAPI </a:t>
          </a:r>
        </a:p>
      </dgm:t>
    </dgm:pt>
    <dgm:pt modelId="{B0A255BA-8C22-4710-AAC8-A6F51D1C8393}" type="parTrans" cxnId="{F9737D2D-0C4C-4A5D-BFF5-6A7B330B6709}">
      <dgm:prSet/>
      <dgm:spPr/>
      <dgm:t>
        <a:bodyPr/>
        <a:lstStyle/>
        <a:p>
          <a:endParaRPr lang="en-IN"/>
        </a:p>
      </dgm:t>
    </dgm:pt>
    <dgm:pt modelId="{B69260C2-BB7F-44AA-A0AD-3D81D8A9448C}" type="sibTrans" cxnId="{F9737D2D-0C4C-4A5D-BFF5-6A7B330B6709}">
      <dgm:prSet/>
      <dgm:spPr/>
      <dgm:t>
        <a:bodyPr/>
        <a:lstStyle/>
        <a:p>
          <a:endParaRPr lang="en-IN"/>
        </a:p>
      </dgm:t>
    </dgm:pt>
    <dgm:pt modelId="{A23F86D0-1C18-4142-B627-5AA531B9A106}">
      <dgm:prSet/>
      <dgm:spPr/>
      <dgm:t>
        <a:bodyPr/>
        <a:lstStyle/>
        <a:p>
          <a:r>
            <a:rPr lang="en-IN"/>
            <a:t>SQLAlchemy </a:t>
          </a:r>
        </a:p>
      </dgm:t>
    </dgm:pt>
    <dgm:pt modelId="{BB90DDEE-6190-4E8A-A6BB-2384D2275888}" type="parTrans" cxnId="{F18D9971-2C36-4946-A736-249FADB25483}">
      <dgm:prSet/>
      <dgm:spPr/>
      <dgm:t>
        <a:bodyPr/>
        <a:lstStyle/>
        <a:p>
          <a:endParaRPr lang="en-IN"/>
        </a:p>
      </dgm:t>
    </dgm:pt>
    <dgm:pt modelId="{E137F06E-D068-4144-81AC-719819BA9BBD}" type="sibTrans" cxnId="{F18D9971-2C36-4946-A736-249FADB25483}">
      <dgm:prSet/>
      <dgm:spPr/>
      <dgm:t>
        <a:bodyPr/>
        <a:lstStyle/>
        <a:p>
          <a:endParaRPr lang="en-IN"/>
        </a:p>
      </dgm:t>
    </dgm:pt>
    <dgm:pt modelId="{BB00F4EC-7297-4A31-8E8D-3D346130BA1D}">
      <dgm:prSet/>
      <dgm:spPr/>
      <dgm:t>
        <a:bodyPr/>
        <a:lstStyle/>
        <a:p>
          <a:r>
            <a:rPr lang="en-IN"/>
            <a:t>SQLite </a:t>
          </a:r>
        </a:p>
      </dgm:t>
    </dgm:pt>
    <dgm:pt modelId="{70FEAC25-3A45-4FDA-8A08-F0DD9B92CE9D}" type="parTrans" cxnId="{CA00392F-A1C7-491A-9258-E95A1C2BF70C}">
      <dgm:prSet/>
      <dgm:spPr/>
      <dgm:t>
        <a:bodyPr/>
        <a:lstStyle/>
        <a:p>
          <a:endParaRPr lang="en-IN"/>
        </a:p>
      </dgm:t>
    </dgm:pt>
    <dgm:pt modelId="{40C254F3-FE97-44BB-BE27-3ACFA484CC61}" type="sibTrans" cxnId="{CA00392F-A1C7-491A-9258-E95A1C2BF70C}">
      <dgm:prSet/>
      <dgm:spPr/>
      <dgm:t>
        <a:bodyPr/>
        <a:lstStyle/>
        <a:p>
          <a:endParaRPr lang="en-IN"/>
        </a:p>
      </dgm:t>
    </dgm:pt>
    <dgm:pt modelId="{A79694F5-9756-4FEF-87C0-CA39C509EE90}">
      <dgm:prSet/>
      <dgm:spPr/>
      <dgm:t>
        <a:bodyPr/>
        <a:lstStyle/>
        <a:p>
          <a:r>
            <a:rPr lang="en-IN" b="1"/>
            <a:t>AI</a:t>
          </a:r>
          <a:endParaRPr lang="en-IN"/>
        </a:p>
      </dgm:t>
    </dgm:pt>
    <dgm:pt modelId="{FEC201A1-9897-4854-9A1D-D304E97E6586}" type="parTrans" cxnId="{C73DD4B5-B86B-4BFB-AA4C-DCD495ADF835}">
      <dgm:prSet/>
      <dgm:spPr/>
      <dgm:t>
        <a:bodyPr/>
        <a:lstStyle/>
        <a:p>
          <a:endParaRPr lang="en-IN"/>
        </a:p>
      </dgm:t>
    </dgm:pt>
    <dgm:pt modelId="{942743A2-CB9A-4152-9A78-1C30D2DB7230}" type="sibTrans" cxnId="{C73DD4B5-B86B-4BFB-AA4C-DCD495ADF835}">
      <dgm:prSet/>
      <dgm:spPr/>
      <dgm:t>
        <a:bodyPr/>
        <a:lstStyle/>
        <a:p>
          <a:endParaRPr lang="en-IN"/>
        </a:p>
      </dgm:t>
    </dgm:pt>
    <dgm:pt modelId="{2BC39399-A11E-4487-AA3A-1CB3926B0698}">
      <dgm:prSet/>
      <dgm:spPr/>
      <dgm:t>
        <a:bodyPr/>
        <a:lstStyle/>
        <a:p>
          <a:r>
            <a:rPr lang="en-IN"/>
            <a:t>Faster-Whisper </a:t>
          </a:r>
        </a:p>
      </dgm:t>
    </dgm:pt>
    <dgm:pt modelId="{551A9076-E587-4F8A-8682-8536323B9716}" type="parTrans" cxnId="{9B796D9C-526C-42DE-9E87-F2D46E16A6EB}">
      <dgm:prSet/>
      <dgm:spPr/>
      <dgm:t>
        <a:bodyPr/>
        <a:lstStyle/>
        <a:p>
          <a:endParaRPr lang="en-IN"/>
        </a:p>
      </dgm:t>
    </dgm:pt>
    <dgm:pt modelId="{2696AF41-B963-4F42-AFE4-700C52824C6C}" type="sibTrans" cxnId="{9B796D9C-526C-42DE-9E87-F2D46E16A6EB}">
      <dgm:prSet/>
      <dgm:spPr/>
      <dgm:t>
        <a:bodyPr/>
        <a:lstStyle/>
        <a:p>
          <a:endParaRPr lang="en-IN"/>
        </a:p>
      </dgm:t>
    </dgm:pt>
    <dgm:pt modelId="{8A438436-CD0A-41AF-97B9-60960D4851E0}">
      <dgm:prSet/>
      <dgm:spPr/>
      <dgm:t>
        <a:bodyPr/>
        <a:lstStyle/>
        <a:p>
          <a:r>
            <a:rPr lang="en-IN"/>
            <a:t>IndicTrans2 </a:t>
          </a:r>
        </a:p>
      </dgm:t>
    </dgm:pt>
    <dgm:pt modelId="{72D05D89-B3F5-42BE-A31F-412C32C78D00}" type="parTrans" cxnId="{D53CB841-9AFA-43B8-B9AC-BCBF5C102DCE}">
      <dgm:prSet/>
      <dgm:spPr/>
      <dgm:t>
        <a:bodyPr/>
        <a:lstStyle/>
        <a:p>
          <a:endParaRPr lang="en-IN"/>
        </a:p>
      </dgm:t>
    </dgm:pt>
    <dgm:pt modelId="{842F7976-1466-490F-9905-CA5138AF71E9}" type="sibTrans" cxnId="{D53CB841-9AFA-43B8-B9AC-BCBF5C102DCE}">
      <dgm:prSet/>
      <dgm:spPr/>
      <dgm:t>
        <a:bodyPr/>
        <a:lstStyle/>
        <a:p>
          <a:endParaRPr lang="en-IN"/>
        </a:p>
      </dgm:t>
    </dgm:pt>
    <dgm:pt modelId="{284C2CD7-A1D8-4714-83CC-52FEF2A3F32F}">
      <dgm:prSet/>
      <dgm:spPr/>
      <dgm:t>
        <a:bodyPr/>
        <a:lstStyle/>
        <a:p>
          <a:r>
            <a:rPr lang="en-IN"/>
            <a:t>Ollama </a:t>
          </a:r>
        </a:p>
      </dgm:t>
    </dgm:pt>
    <dgm:pt modelId="{31DF17B9-F135-40D5-A9A4-2952043A2B88}" type="parTrans" cxnId="{DF68F237-A06A-4C68-9796-D8BADFC92D83}">
      <dgm:prSet/>
      <dgm:spPr/>
      <dgm:t>
        <a:bodyPr/>
        <a:lstStyle/>
        <a:p>
          <a:endParaRPr lang="en-IN"/>
        </a:p>
      </dgm:t>
    </dgm:pt>
    <dgm:pt modelId="{F5CA09A4-4A79-4BA1-9E35-A32DB1A576C2}" type="sibTrans" cxnId="{DF68F237-A06A-4C68-9796-D8BADFC92D83}">
      <dgm:prSet/>
      <dgm:spPr/>
      <dgm:t>
        <a:bodyPr/>
        <a:lstStyle/>
        <a:p>
          <a:endParaRPr lang="en-IN"/>
        </a:p>
      </dgm:t>
    </dgm:pt>
    <dgm:pt modelId="{AFB64653-012D-4A80-8FFB-877A4B441425}">
      <dgm:prSet/>
      <dgm:spPr/>
      <dgm:t>
        <a:bodyPr/>
        <a:lstStyle/>
        <a:p>
          <a:r>
            <a:rPr lang="en-IN"/>
            <a:t>Open-source LLM </a:t>
          </a:r>
        </a:p>
      </dgm:t>
    </dgm:pt>
    <dgm:pt modelId="{7453EEF4-3A95-4BA1-A5DC-1629E3C3F02F}" type="parTrans" cxnId="{AFFD8D2F-F8AF-4351-BD6F-80D4DABD27B9}">
      <dgm:prSet/>
      <dgm:spPr/>
      <dgm:t>
        <a:bodyPr/>
        <a:lstStyle/>
        <a:p>
          <a:endParaRPr lang="en-IN"/>
        </a:p>
      </dgm:t>
    </dgm:pt>
    <dgm:pt modelId="{034B33BA-C20D-4EEE-BEAD-E5AAAC37DE3D}" type="sibTrans" cxnId="{AFFD8D2F-F8AF-4351-BD6F-80D4DABD27B9}">
      <dgm:prSet/>
      <dgm:spPr/>
      <dgm:t>
        <a:bodyPr/>
        <a:lstStyle/>
        <a:p>
          <a:endParaRPr lang="en-IN"/>
        </a:p>
      </dgm:t>
    </dgm:pt>
    <dgm:pt modelId="{CADA28DD-0AF5-4E2A-A70D-907077E498EC}">
      <dgm:prSet/>
      <dgm:spPr/>
      <dgm:t>
        <a:bodyPr/>
        <a:lstStyle/>
        <a:p>
          <a:r>
            <a:rPr lang="en-IN" b="1"/>
            <a:t>Computer Vision</a:t>
          </a:r>
          <a:endParaRPr lang="en-IN"/>
        </a:p>
      </dgm:t>
    </dgm:pt>
    <dgm:pt modelId="{7C99158D-E8C7-47F6-BB73-2F85AAF47EA4}" type="parTrans" cxnId="{8920917B-F9FA-426F-9F6F-5313E472ED34}">
      <dgm:prSet/>
      <dgm:spPr/>
      <dgm:t>
        <a:bodyPr/>
        <a:lstStyle/>
        <a:p>
          <a:endParaRPr lang="en-IN"/>
        </a:p>
      </dgm:t>
    </dgm:pt>
    <dgm:pt modelId="{0C14D906-4FE7-42AE-AE5A-F879C536A516}" type="sibTrans" cxnId="{8920917B-F9FA-426F-9F6F-5313E472ED34}">
      <dgm:prSet/>
      <dgm:spPr/>
      <dgm:t>
        <a:bodyPr/>
        <a:lstStyle/>
        <a:p>
          <a:endParaRPr lang="en-IN"/>
        </a:p>
      </dgm:t>
    </dgm:pt>
    <dgm:pt modelId="{94F7D919-3554-4D10-8DAA-7C6D70954412}">
      <dgm:prSet/>
      <dgm:spPr/>
      <dgm:t>
        <a:bodyPr/>
        <a:lstStyle/>
        <a:p>
          <a:r>
            <a:rPr lang="en-IN"/>
            <a:t>OpenCV </a:t>
          </a:r>
        </a:p>
      </dgm:t>
    </dgm:pt>
    <dgm:pt modelId="{B0C7FC45-88BB-4EAF-A116-1AB67A7B2A31}" type="parTrans" cxnId="{F8208F27-CC20-45C3-8777-EBC50600E7E9}">
      <dgm:prSet/>
      <dgm:spPr/>
      <dgm:t>
        <a:bodyPr/>
        <a:lstStyle/>
        <a:p>
          <a:endParaRPr lang="en-IN"/>
        </a:p>
      </dgm:t>
    </dgm:pt>
    <dgm:pt modelId="{0AF2AD7E-3ABB-4C8F-B484-D0BA21F2D039}" type="sibTrans" cxnId="{F8208F27-CC20-45C3-8777-EBC50600E7E9}">
      <dgm:prSet/>
      <dgm:spPr/>
      <dgm:t>
        <a:bodyPr/>
        <a:lstStyle/>
        <a:p>
          <a:endParaRPr lang="en-IN"/>
        </a:p>
      </dgm:t>
    </dgm:pt>
    <dgm:pt modelId="{D4FF49B3-3502-41C5-8C66-D221E00BB8F9}">
      <dgm:prSet/>
      <dgm:spPr/>
      <dgm:t>
        <a:bodyPr/>
        <a:lstStyle/>
        <a:p>
          <a:r>
            <a:rPr lang="en-IN"/>
            <a:t>Pillow </a:t>
          </a:r>
        </a:p>
      </dgm:t>
    </dgm:pt>
    <dgm:pt modelId="{8CAEE670-2478-4FD1-B9D2-6084EE5B1532}" type="parTrans" cxnId="{C71538B4-9BAA-4B06-BA26-0D765B293D6A}">
      <dgm:prSet/>
      <dgm:spPr/>
      <dgm:t>
        <a:bodyPr/>
        <a:lstStyle/>
        <a:p>
          <a:endParaRPr lang="en-IN"/>
        </a:p>
      </dgm:t>
    </dgm:pt>
    <dgm:pt modelId="{D11012D3-96E8-4FE0-B323-F3C284087028}" type="sibTrans" cxnId="{C71538B4-9BAA-4B06-BA26-0D765B293D6A}">
      <dgm:prSet/>
      <dgm:spPr/>
      <dgm:t>
        <a:bodyPr/>
        <a:lstStyle/>
        <a:p>
          <a:endParaRPr lang="en-IN"/>
        </a:p>
      </dgm:t>
    </dgm:pt>
    <dgm:pt modelId="{05A866C8-22AC-4860-BA59-6343328E9209}">
      <dgm:prSet/>
      <dgm:spPr/>
      <dgm:t>
        <a:bodyPr/>
        <a:lstStyle/>
        <a:p>
          <a:r>
            <a:rPr lang="en-IN"/>
            <a:t>rembg </a:t>
          </a:r>
        </a:p>
      </dgm:t>
    </dgm:pt>
    <dgm:pt modelId="{2FFD3F11-00FA-4162-8E14-891C486D32FD}" type="parTrans" cxnId="{F901C149-927D-466D-99C0-9942672796A7}">
      <dgm:prSet/>
      <dgm:spPr/>
      <dgm:t>
        <a:bodyPr/>
        <a:lstStyle/>
        <a:p>
          <a:endParaRPr lang="en-IN"/>
        </a:p>
      </dgm:t>
    </dgm:pt>
    <dgm:pt modelId="{6746AFB5-9D43-4939-95DC-D318620DD4B4}" type="sibTrans" cxnId="{F901C149-927D-466D-99C0-9942672796A7}">
      <dgm:prSet/>
      <dgm:spPr/>
      <dgm:t>
        <a:bodyPr/>
        <a:lstStyle/>
        <a:p>
          <a:endParaRPr lang="en-IN"/>
        </a:p>
      </dgm:t>
    </dgm:pt>
    <dgm:pt modelId="{4CEFC47F-8A53-4C34-B7BC-4BF72AA63D56}">
      <dgm:prSet/>
      <dgm:spPr/>
      <dgm:t>
        <a:bodyPr/>
        <a:lstStyle/>
        <a:p>
          <a:r>
            <a:rPr lang="en-IN" b="1"/>
            <a:t>Integration</a:t>
          </a:r>
          <a:endParaRPr lang="en-IN"/>
        </a:p>
      </dgm:t>
    </dgm:pt>
    <dgm:pt modelId="{4F6F88A9-4D7B-4687-A78E-C314634E4415}" type="parTrans" cxnId="{416EACEC-D4BC-42B7-9F5F-FDD72C6E50BA}">
      <dgm:prSet/>
      <dgm:spPr/>
      <dgm:t>
        <a:bodyPr/>
        <a:lstStyle/>
        <a:p>
          <a:endParaRPr lang="en-IN"/>
        </a:p>
      </dgm:t>
    </dgm:pt>
    <dgm:pt modelId="{8D0EC1C4-06F3-4D07-8A5C-86CC47A153D8}" type="sibTrans" cxnId="{416EACEC-D4BC-42B7-9F5F-FDD72C6E50BA}">
      <dgm:prSet/>
      <dgm:spPr/>
      <dgm:t>
        <a:bodyPr/>
        <a:lstStyle/>
        <a:p>
          <a:endParaRPr lang="en-IN"/>
        </a:p>
      </dgm:t>
    </dgm:pt>
    <dgm:pt modelId="{8E6FF1B3-09B6-42DE-B65F-A0DCDCB1D24F}">
      <dgm:prSet/>
      <dgm:spPr/>
      <dgm:t>
        <a:bodyPr/>
        <a:lstStyle/>
        <a:p>
          <a:r>
            <a:rPr lang="en-IN"/>
            <a:t>REST APIs </a:t>
          </a:r>
        </a:p>
      </dgm:t>
    </dgm:pt>
    <dgm:pt modelId="{3DC00AA6-899C-4D90-987B-4AF361D0596A}" type="parTrans" cxnId="{74B74408-FA7C-4DA4-80DE-323F327BB487}">
      <dgm:prSet/>
      <dgm:spPr/>
      <dgm:t>
        <a:bodyPr/>
        <a:lstStyle/>
        <a:p>
          <a:endParaRPr lang="en-IN"/>
        </a:p>
      </dgm:t>
    </dgm:pt>
    <dgm:pt modelId="{19157AF8-C0CC-40E5-ACCA-14C7760E764A}" type="sibTrans" cxnId="{74B74408-FA7C-4DA4-80DE-323F327BB487}">
      <dgm:prSet/>
      <dgm:spPr/>
      <dgm:t>
        <a:bodyPr/>
        <a:lstStyle/>
        <a:p>
          <a:endParaRPr lang="en-IN"/>
        </a:p>
      </dgm:t>
    </dgm:pt>
    <dgm:pt modelId="{2098E554-6B93-48D6-96DA-686A5A038F5E}">
      <dgm:prSet/>
      <dgm:spPr/>
      <dgm:t>
        <a:bodyPr/>
        <a:lstStyle/>
        <a:p>
          <a:r>
            <a:rPr lang="en-IN"/>
            <a:t>Marketplace Adapter Architecture </a:t>
          </a:r>
        </a:p>
      </dgm:t>
    </dgm:pt>
    <dgm:pt modelId="{D471E30E-F08A-413C-A584-13A6A67602B3}" type="parTrans" cxnId="{B58081E9-AF70-4E81-AFD8-85E88431470A}">
      <dgm:prSet/>
      <dgm:spPr/>
      <dgm:t>
        <a:bodyPr/>
        <a:lstStyle/>
        <a:p>
          <a:endParaRPr lang="en-IN"/>
        </a:p>
      </dgm:t>
    </dgm:pt>
    <dgm:pt modelId="{CD2B0050-8F5B-48B4-AF85-C6A176C31A7B}" type="sibTrans" cxnId="{B58081E9-AF70-4E81-AFD8-85E88431470A}">
      <dgm:prSet/>
      <dgm:spPr/>
      <dgm:t>
        <a:bodyPr/>
        <a:lstStyle/>
        <a:p>
          <a:endParaRPr lang="en-IN"/>
        </a:p>
      </dgm:t>
    </dgm:pt>
    <dgm:pt modelId="{151AB691-2D06-4A69-A0C8-A1E2D9BB0E58}" type="pres">
      <dgm:prSet presAssocID="{0AD2927A-BC70-4AEE-BEFF-4AD88DAFC53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F216B2-12AD-4132-9E3A-DC6E9AAC8E7D}" type="pres">
      <dgm:prSet presAssocID="{FC7AA3D2-DFAD-4EEC-897B-F872CAE5F08B}" presName="root" presStyleCnt="0"/>
      <dgm:spPr/>
    </dgm:pt>
    <dgm:pt modelId="{0ACAF6D8-DB2B-441E-A219-B912F1F5F7C6}" type="pres">
      <dgm:prSet presAssocID="{FC7AA3D2-DFAD-4EEC-897B-F872CAE5F08B}" presName="rootComposite" presStyleCnt="0"/>
      <dgm:spPr/>
    </dgm:pt>
    <dgm:pt modelId="{77761034-2918-471E-8A1E-8A75FD2AE303}" type="pres">
      <dgm:prSet presAssocID="{FC7AA3D2-DFAD-4EEC-897B-F872CAE5F08B}" presName="rootText" presStyleLbl="node1" presStyleIdx="0" presStyleCnt="5"/>
      <dgm:spPr/>
    </dgm:pt>
    <dgm:pt modelId="{E137DD8A-E9EF-4CEE-A31F-371B53E52BBF}" type="pres">
      <dgm:prSet presAssocID="{FC7AA3D2-DFAD-4EEC-897B-F872CAE5F08B}" presName="rootConnector" presStyleLbl="node1" presStyleIdx="0" presStyleCnt="5"/>
      <dgm:spPr/>
    </dgm:pt>
    <dgm:pt modelId="{CCEFEA5E-CB72-4B4A-995B-DFB0DD1CB7AA}" type="pres">
      <dgm:prSet presAssocID="{FC7AA3D2-DFAD-4EEC-897B-F872CAE5F08B}" presName="childShape" presStyleCnt="0"/>
      <dgm:spPr/>
    </dgm:pt>
    <dgm:pt modelId="{451AFF82-F30D-49BA-B979-D70F84E71C73}" type="pres">
      <dgm:prSet presAssocID="{0F3CFC0F-014D-4C2C-A7B9-F2F40FB093F7}" presName="Name13" presStyleLbl="parChTrans1D2" presStyleIdx="0" presStyleCnt="17"/>
      <dgm:spPr/>
    </dgm:pt>
    <dgm:pt modelId="{75B4F436-7F63-451F-9F71-44CB6293A149}" type="pres">
      <dgm:prSet presAssocID="{114FD036-A38C-4C9A-B51D-459E0B1281DE}" presName="childText" presStyleLbl="bgAcc1" presStyleIdx="0" presStyleCnt="17">
        <dgm:presLayoutVars>
          <dgm:bulletEnabled val="1"/>
        </dgm:presLayoutVars>
      </dgm:prSet>
      <dgm:spPr/>
    </dgm:pt>
    <dgm:pt modelId="{6D4635D9-E7A3-4BAD-9F8D-5D0C83AD34E0}" type="pres">
      <dgm:prSet presAssocID="{B3799B95-AEEE-49D2-B489-A5B8E01E86C5}" presName="Name13" presStyleLbl="parChTrans1D2" presStyleIdx="1" presStyleCnt="17"/>
      <dgm:spPr/>
    </dgm:pt>
    <dgm:pt modelId="{FAE23793-FF98-44EC-A14C-A8F9F274D777}" type="pres">
      <dgm:prSet presAssocID="{43F648EF-B6C7-497E-B42C-8DBDDE3C6F7C}" presName="childText" presStyleLbl="bgAcc1" presStyleIdx="1" presStyleCnt="17">
        <dgm:presLayoutVars>
          <dgm:bulletEnabled val="1"/>
        </dgm:presLayoutVars>
      </dgm:prSet>
      <dgm:spPr/>
    </dgm:pt>
    <dgm:pt modelId="{20D2171D-0750-470A-A421-16A2CA0DDAEB}" type="pres">
      <dgm:prSet presAssocID="{25CBD75B-E527-4343-8269-297E0257A132}" presName="Name13" presStyleLbl="parChTrans1D2" presStyleIdx="2" presStyleCnt="17"/>
      <dgm:spPr/>
    </dgm:pt>
    <dgm:pt modelId="{B9B47FFA-CF4B-471A-BBA5-C97785FB9574}" type="pres">
      <dgm:prSet presAssocID="{2AE7D8AD-689A-402A-8737-71E03477DEF5}" presName="childText" presStyleLbl="bgAcc1" presStyleIdx="2" presStyleCnt="17">
        <dgm:presLayoutVars>
          <dgm:bulletEnabled val="1"/>
        </dgm:presLayoutVars>
      </dgm:prSet>
      <dgm:spPr/>
    </dgm:pt>
    <dgm:pt modelId="{82EB7965-F1F4-474A-BD4A-EFE9BC7237A8}" type="pres">
      <dgm:prSet presAssocID="{A4174705-38DC-4C8A-B77F-8075C5CCDECA}" presName="Name13" presStyleLbl="parChTrans1D2" presStyleIdx="3" presStyleCnt="17"/>
      <dgm:spPr/>
    </dgm:pt>
    <dgm:pt modelId="{1025C5D6-C5E7-4E92-87A5-000CE4E76FA3}" type="pres">
      <dgm:prSet presAssocID="{DE3D5723-12B8-46C0-9842-68604C18E216}" presName="childText" presStyleLbl="bgAcc1" presStyleIdx="3" presStyleCnt="17">
        <dgm:presLayoutVars>
          <dgm:bulletEnabled val="1"/>
        </dgm:presLayoutVars>
      </dgm:prSet>
      <dgm:spPr/>
    </dgm:pt>
    <dgm:pt modelId="{5B974499-D5B5-46DD-9CA1-7DB97E675CB2}" type="pres">
      <dgm:prSet presAssocID="{63E85B2F-74EF-4EC8-9B6B-4D707E270334}" presName="root" presStyleCnt="0"/>
      <dgm:spPr/>
    </dgm:pt>
    <dgm:pt modelId="{346BE3D0-2BDF-4396-9EC1-12E4D0404D0B}" type="pres">
      <dgm:prSet presAssocID="{63E85B2F-74EF-4EC8-9B6B-4D707E270334}" presName="rootComposite" presStyleCnt="0"/>
      <dgm:spPr/>
    </dgm:pt>
    <dgm:pt modelId="{BAB76D0D-0D78-40FF-9166-1D905E3BDABF}" type="pres">
      <dgm:prSet presAssocID="{63E85B2F-74EF-4EC8-9B6B-4D707E270334}" presName="rootText" presStyleLbl="node1" presStyleIdx="1" presStyleCnt="5"/>
      <dgm:spPr/>
    </dgm:pt>
    <dgm:pt modelId="{906DB1BC-2AA9-4C2A-9E9A-AD9D186ED8AB}" type="pres">
      <dgm:prSet presAssocID="{63E85B2F-74EF-4EC8-9B6B-4D707E270334}" presName="rootConnector" presStyleLbl="node1" presStyleIdx="1" presStyleCnt="5"/>
      <dgm:spPr/>
    </dgm:pt>
    <dgm:pt modelId="{0149117B-EE86-4A6A-BB40-9E3C6D5A6C11}" type="pres">
      <dgm:prSet presAssocID="{63E85B2F-74EF-4EC8-9B6B-4D707E270334}" presName="childShape" presStyleCnt="0"/>
      <dgm:spPr/>
    </dgm:pt>
    <dgm:pt modelId="{E534D9F1-2F9C-4DB0-9BA7-72F9CBA206A1}" type="pres">
      <dgm:prSet presAssocID="{5B522F22-D6FA-4815-8849-018D3CEE7D36}" presName="Name13" presStyleLbl="parChTrans1D2" presStyleIdx="4" presStyleCnt="17"/>
      <dgm:spPr/>
    </dgm:pt>
    <dgm:pt modelId="{866131BC-C37A-4B64-9C3A-A1F4125B11B6}" type="pres">
      <dgm:prSet presAssocID="{5B22488B-434A-4BCC-9C3F-4B55C8230F98}" presName="childText" presStyleLbl="bgAcc1" presStyleIdx="4" presStyleCnt="17">
        <dgm:presLayoutVars>
          <dgm:bulletEnabled val="1"/>
        </dgm:presLayoutVars>
      </dgm:prSet>
      <dgm:spPr/>
    </dgm:pt>
    <dgm:pt modelId="{75AEAEAD-B42B-4458-96E5-D9BA96752FD2}" type="pres">
      <dgm:prSet presAssocID="{B0A255BA-8C22-4710-AAC8-A6F51D1C8393}" presName="Name13" presStyleLbl="parChTrans1D2" presStyleIdx="5" presStyleCnt="17"/>
      <dgm:spPr/>
    </dgm:pt>
    <dgm:pt modelId="{5308F324-4E2B-4945-855C-FE296A58E181}" type="pres">
      <dgm:prSet presAssocID="{BB6ED34F-EC05-4578-935A-4A02412C29FD}" presName="childText" presStyleLbl="bgAcc1" presStyleIdx="5" presStyleCnt="17">
        <dgm:presLayoutVars>
          <dgm:bulletEnabled val="1"/>
        </dgm:presLayoutVars>
      </dgm:prSet>
      <dgm:spPr/>
    </dgm:pt>
    <dgm:pt modelId="{3204AA4F-423F-4B65-A4DE-B58BAAEAF935}" type="pres">
      <dgm:prSet presAssocID="{BB90DDEE-6190-4E8A-A6BB-2384D2275888}" presName="Name13" presStyleLbl="parChTrans1D2" presStyleIdx="6" presStyleCnt="17"/>
      <dgm:spPr/>
    </dgm:pt>
    <dgm:pt modelId="{B19D0380-7238-4A43-A16A-3AA5D8B05A15}" type="pres">
      <dgm:prSet presAssocID="{A23F86D0-1C18-4142-B627-5AA531B9A106}" presName="childText" presStyleLbl="bgAcc1" presStyleIdx="6" presStyleCnt="17">
        <dgm:presLayoutVars>
          <dgm:bulletEnabled val="1"/>
        </dgm:presLayoutVars>
      </dgm:prSet>
      <dgm:spPr/>
    </dgm:pt>
    <dgm:pt modelId="{5035280E-D801-408B-B779-FEB9891E172B}" type="pres">
      <dgm:prSet presAssocID="{70FEAC25-3A45-4FDA-8A08-F0DD9B92CE9D}" presName="Name13" presStyleLbl="parChTrans1D2" presStyleIdx="7" presStyleCnt="17"/>
      <dgm:spPr/>
    </dgm:pt>
    <dgm:pt modelId="{9D8E2E0F-6A9E-4876-8B26-06D64B5BC760}" type="pres">
      <dgm:prSet presAssocID="{BB00F4EC-7297-4A31-8E8D-3D346130BA1D}" presName="childText" presStyleLbl="bgAcc1" presStyleIdx="7" presStyleCnt="17">
        <dgm:presLayoutVars>
          <dgm:bulletEnabled val="1"/>
        </dgm:presLayoutVars>
      </dgm:prSet>
      <dgm:spPr/>
    </dgm:pt>
    <dgm:pt modelId="{0DCCDBB0-95C3-4C56-BF43-39237249010A}" type="pres">
      <dgm:prSet presAssocID="{A79694F5-9756-4FEF-87C0-CA39C509EE90}" presName="root" presStyleCnt="0"/>
      <dgm:spPr/>
    </dgm:pt>
    <dgm:pt modelId="{FF24765B-D2ED-41A7-A4A0-50FB3EEDF346}" type="pres">
      <dgm:prSet presAssocID="{A79694F5-9756-4FEF-87C0-CA39C509EE90}" presName="rootComposite" presStyleCnt="0"/>
      <dgm:spPr/>
    </dgm:pt>
    <dgm:pt modelId="{57A73826-ACA0-407D-9FBB-4D60621EC5BD}" type="pres">
      <dgm:prSet presAssocID="{A79694F5-9756-4FEF-87C0-CA39C509EE90}" presName="rootText" presStyleLbl="node1" presStyleIdx="2" presStyleCnt="5"/>
      <dgm:spPr/>
    </dgm:pt>
    <dgm:pt modelId="{45611FA4-854C-43DC-A29C-CA4921F9FC9F}" type="pres">
      <dgm:prSet presAssocID="{A79694F5-9756-4FEF-87C0-CA39C509EE90}" presName="rootConnector" presStyleLbl="node1" presStyleIdx="2" presStyleCnt="5"/>
      <dgm:spPr/>
    </dgm:pt>
    <dgm:pt modelId="{0CAB83B5-6186-4820-BB9C-7BF5F42B1770}" type="pres">
      <dgm:prSet presAssocID="{A79694F5-9756-4FEF-87C0-CA39C509EE90}" presName="childShape" presStyleCnt="0"/>
      <dgm:spPr/>
    </dgm:pt>
    <dgm:pt modelId="{C5825A41-E99C-4973-AC52-357E05137802}" type="pres">
      <dgm:prSet presAssocID="{551A9076-E587-4F8A-8682-8536323B9716}" presName="Name13" presStyleLbl="parChTrans1D2" presStyleIdx="8" presStyleCnt="17"/>
      <dgm:spPr/>
    </dgm:pt>
    <dgm:pt modelId="{3F954A5A-6D8E-4E6F-8A4A-9E09960B61C1}" type="pres">
      <dgm:prSet presAssocID="{2BC39399-A11E-4487-AA3A-1CB3926B0698}" presName="childText" presStyleLbl="bgAcc1" presStyleIdx="8" presStyleCnt="17">
        <dgm:presLayoutVars>
          <dgm:bulletEnabled val="1"/>
        </dgm:presLayoutVars>
      </dgm:prSet>
      <dgm:spPr/>
    </dgm:pt>
    <dgm:pt modelId="{AD377E5E-3BDF-43C9-87F2-787E3FC0D7B7}" type="pres">
      <dgm:prSet presAssocID="{72D05D89-B3F5-42BE-A31F-412C32C78D00}" presName="Name13" presStyleLbl="parChTrans1D2" presStyleIdx="9" presStyleCnt="17"/>
      <dgm:spPr/>
    </dgm:pt>
    <dgm:pt modelId="{B08AADD8-F90A-4DC8-BC03-B7C69C9DCBB6}" type="pres">
      <dgm:prSet presAssocID="{8A438436-CD0A-41AF-97B9-60960D4851E0}" presName="childText" presStyleLbl="bgAcc1" presStyleIdx="9" presStyleCnt="17">
        <dgm:presLayoutVars>
          <dgm:bulletEnabled val="1"/>
        </dgm:presLayoutVars>
      </dgm:prSet>
      <dgm:spPr/>
    </dgm:pt>
    <dgm:pt modelId="{8FE70AFA-1C5C-48E4-99F6-71BD2EE2D3BB}" type="pres">
      <dgm:prSet presAssocID="{31DF17B9-F135-40D5-A9A4-2952043A2B88}" presName="Name13" presStyleLbl="parChTrans1D2" presStyleIdx="10" presStyleCnt="17"/>
      <dgm:spPr/>
    </dgm:pt>
    <dgm:pt modelId="{782AEBBB-95A3-4872-992C-D5E5F9DB8FCF}" type="pres">
      <dgm:prSet presAssocID="{284C2CD7-A1D8-4714-83CC-52FEF2A3F32F}" presName="childText" presStyleLbl="bgAcc1" presStyleIdx="10" presStyleCnt="17">
        <dgm:presLayoutVars>
          <dgm:bulletEnabled val="1"/>
        </dgm:presLayoutVars>
      </dgm:prSet>
      <dgm:spPr/>
    </dgm:pt>
    <dgm:pt modelId="{8B99E8FA-FE15-483F-A819-C2F62C2D966C}" type="pres">
      <dgm:prSet presAssocID="{7453EEF4-3A95-4BA1-A5DC-1629E3C3F02F}" presName="Name13" presStyleLbl="parChTrans1D2" presStyleIdx="11" presStyleCnt="17"/>
      <dgm:spPr/>
    </dgm:pt>
    <dgm:pt modelId="{E2FD104A-E842-4135-A0C0-719447056B25}" type="pres">
      <dgm:prSet presAssocID="{AFB64653-012D-4A80-8FFB-877A4B441425}" presName="childText" presStyleLbl="bgAcc1" presStyleIdx="11" presStyleCnt="17">
        <dgm:presLayoutVars>
          <dgm:bulletEnabled val="1"/>
        </dgm:presLayoutVars>
      </dgm:prSet>
      <dgm:spPr/>
    </dgm:pt>
    <dgm:pt modelId="{5A361B09-D58F-4385-A576-1084F2422A9F}" type="pres">
      <dgm:prSet presAssocID="{CADA28DD-0AF5-4E2A-A70D-907077E498EC}" presName="root" presStyleCnt="0"/>
      <dgm:spPr/>
    </dgm:pt>
    <dgm:pt modelId="{FC392FDD-2E47-43B0-8A9E-A121639C36A1}" type="pres">
      <dgm:prSet presAssocID="{CADA28DD-0AF5-4E2A-A70D-907077E498EC}" presName="rootComposite" presStyleCnt="0"/>
      <dgm:spPr/>
    </dgm:pt>
    <dgm:pt modelId="{A4864FBE-501D-471E-8DF9-ACFF5D574027}" type="pres">
      <dgm:prSet presAssocID="{CADA28DD-0AF5-4E2A-A70D-907077E498EC}" presName="rootText" presStyleLbl="node1" presStyleIdx="3" presStyleCnt="5"/>
      <dgm:spPr/>
    </dgm:pt>
    <dgm:pt modelId="{65E7EBED-1A41-4768-8AF9-BD9CDD863094}" type="pres">
      <dgm:prSet presAssocID="{CADA28DD-0AF5-4E2A-A70D-907077E498EC}" presName="rootConnector" presStyleLbl="node1" presStyleIdx="3" presStyleCnt="5"/>
      <dgm:spPr/>
    </dgm:pt>
    <dgm:pt modelId="{2F2D3413-E495-4BA2-A424-5411FD7B9E01}" type="pres">
      <dgm:prSet presAssocID="{CADA28DD-0AF5-4E2A-A70D-907077E498EC}" presName="childShape" presStyleCnt="0"/>
      <dgm:spPr/>
    </dgm:pt>
    <dgm:pt modelId="{F000CC9E-FE5A-43AE-84C7-DBCC569467E2}" type="pres">
      <dgm:prSet presAssocID="{B0C7FC45-88BB-4EAF-A116-1AB67A7B2A31}" presName="Name13" presStyleLbl="parChTrans1D2" presStyleIdx="12" presStyleCnt="17"/>
      <dgm:spPr/>
    </dgm:pt>
    <dgm:pt modelId="{CD371444-0DCE-4615-BCDD-66AFC4531970}" type="pres">
      <dgm:prSet presAssocID="{94F7D919-3554-4D10-8DAA-7C6D70954412}" presName="childText" presStyleLbl="bgAcc1" presStyleIdx="12" presStyleCnt="17">
        <dgm:presLayoutVars>
          <dgm:bulletEnabled val="1"/>
        </dgm:presLayoutVars>
      </dgm:prSet>
      <dgm:spPr/>
    </dgm:pt>
    <dgm:pt modelId="{761F1016-190D-436F-9232-5862188E41DC}" type="pres">
      <dgm:prSet presAssocID="{8CAEE670-2478-4FD1-B9D2-6084EE5B1532}" presName="Name13" presStyleLbl="parChTrans1D2" presStyleIdx="13" presStyleCnt="17"/>
      <dgm:spPr/>
    </dgm:pt>
    <dgm:pt modelId="{C502E52A-5E6E-4DDF-998E-2E8FA9AA74E0}" type="pres">
      <dgm:prSet presAssocID="{D4FF49B3-3502-41C5-8C66-D221E00BB8F9}" presName="childText" presStyleLbl="bgAcc1" presStyleIdx="13" presStyleCnt="17">
        <dgm:presLayoutVars>
          <dgm:bulletEnabled val="1"/>
        </dgm:presLayoutVars>
      </dgm:prSet>
      <dgm:spPr/>
    </dgm:pt>
    <dgm:pt modelId="{DC8C9B12-AF62-4BC3-BB40-D2ADF686E1C2}" type="pres">
      <dgm:prSet presAssocID="{2FFD3F11-00FA-4162-8E14-891C486D32FD}" presName="Name13" presStyleLbl="parChTrans1D2" presStyleIdx="14" presStyleCnt="17"/>
      <dgm:spPr/>
    </dgm:pt>
    <dgm:pt modelId="{9BE9CBBC-B0B1-4089-BA2A-7F6962527B7C}" type="pres">
      <dgm:prSet presAssocID="{05A866C8-22AC-4860-BA59-6343328E9209}" presName="childText" presStyleLbl="bgAcc1" presStyleIdx="14" presStyleCnt="17">
        <dgm:presLayoutVars>
          <dgm:bulletEnabled val="1"/>
        </dgm:presLayoutVars>
      </dgm:prSet>
      <dgm:spPr/>
    </dgm:pt>
    <dgm:pt modelId="{0DC088AE-E56E-49C4-837B-F104AEE3D633}" type="pres">
      <dgm:prSet presAssocID="{4CEFC47F-8A53-4C34-B7BC-4BF72AA63D56}" presName="root" presStyleCnt="0"/>
      <dgm:spPr/>
    </dgm:pt>
    <dgm:pt modelId="{8C283A0E-D48B-49A8-BA16-58152E7862BF}" type="pres">
      <dgm:prSet presAssocID="{4CEFC47F-8A53-4C34-B7BC-4BF72AA63D56}" presName="rootComposite" presStyleCnt="0"/>
      <dgm:spPr/>
    </dgm:pt>
    <dgm:pt modelId="{96BB375C-F80E-4EEE-B327-46B6384E2A2F}" type="pres">
      <dgm:prSet presAssocID="{4CEFC47F-8A53-4C34-B7BC-4BF72AA63D56}" presName="rootText" presStyleLbl="node1" presStyleIdx="4" presStyleCnt="5"/>
      <dgm:spPr/>
    </dgm:pt>
    <dgm:pt modelId="{483B31FC-BC81-4ADD-BC3A-4A071DDC53DA}" type="pres">
      <dgm:prSet presAssocID="{4CEFC47F-8A53-4C34-B7BC-4BF72AA63D56}" presName="rootConnector" presStyleLbl="node1" presStyleIdx="4" presStyleCnt="5"/>
      <dgm:spPr/>
    </dgm:pt>
    <dgm:pt modelId="{FDE6D860-E71E-4DBD-A335-A2A19909F11D}" type="pres">
      <dgm:prSet presAssocID="{4CEFC47F-8A53-4C34-B7BC-4BF72AA63D56}" presName="childShape" presStyleCnt="0"/>
      <dgm:spPr/>
    </dgm:pt>
    <dgm:pt modelId="{99249AB4-AF1A-4352-9131-66B20597C287}" type="pres">
      <dgm:prSet presAssocID="{3DC00AA6-899C-4D90-987B-4AF361D0596A}" presName="Name13" presStyleLbl="parChTrans1D2" presStyleIdx="15" presStyleCnt="17"/>
      <dgm:spPr/>
    </dgm:pt>
    <dgm:pt modelId="{6AFFA37A-0B03-45F5-9383-FF39089AD2F8}" type="pres">
      <dgm:prSet presAssocID="{8E6FF1B3-09B6-42DE-B65F-A0DCDCB1D24F}" presName="childText" presStyleLbl="bgAcc1" presStyleIdx="15" presStyleCnt="17">
        <dgm:presLayoutVars>
          <dgm:bulletEnabled val="1"/>
        </dgm:presLayoutVars>
      </dgm:prSet>
      <dgm:spPr/>
    </dgm:pt>
    <dgm:pt modelId="{5FA848CD-F202-47C9-93D6-938204C96D78}" type="pres">
      <dgm:prSet presAssocID="{D471E30E-F08A-413C-A584-13A6A67602B3}" presName="Name13" presStyleLbl="parChTrans1D2" presStyleIdx="16" presStyleCnt="17"/>
      <dgm:spPr/>
    </dgm:pt>
    <dgm:pt modelId="{01722B0E-1203-412D-BB9C-7D9B71655B70}" type="pres">
      <dgm:prSet presAssocID="{2098E554-6B93-48D6-96DA-686A5A038F5E}" presName="childText" presStyleLbl="bgAcc1" presStyleIdx="16" presStyleCnt="17">
        <dgm:presLayoutVars>
          <dgm:bulletEnabled val="1"/>
        </dgm:presLayoutVars>
      </dgm:prSet>
      <dgm:spPr/>
    </dgm:pt>
  </dgm:ptLst>
  <dgm:cxnLst>
    <dgm:cxn modelId="{74B74408-FA7C-4DA4-80DE-323F327BB487}" srcId="{4CEFC47F-8A53-4C34-B7BC-4BF72AA63D56}" destId="{8E6FF1B3-09B6-42DE-B65F-A0DCDCB1D24F}" srcOrd="0" destOrd="0" parTransId="{3DC00AA6-899C-4D90-987B-4AF361D0596A}" sibTransId="{19157AF8-C0CC-40E5-ACCA-14C7760E764A}"/>
    <dgm:cxn modelId="{F09F6B08-8AB3-4AAC-9E4A-3281FCD98F68}" type="presOf" srcId="{FC7AA3D2-DFAD-4EEC-897B-F872CAE5F08B}" destId="{E137DD8A-E9EF-4CEE-A31F-371B53E52BBF}" srcOrd="1" destOrd="0" presId="urn:microsoft.com/office/officeart/2005/8/layout/hierarchy3"/>
    <dgm:cxn modelId="{479D520C-643B-4813-AF39-B564D7D90503}" type="presOf" srcId="{4CEFC47F-8A53-4C34-B7BC-4BF72AA63D56}" destId="{96BB375C-F80E-4EEE-B327-46B6384E2A2F}" srcOrd="0" destOrd="0" presId="urn:microsoft.com/office/officeart/2005/8/layout/hierarchy3"/>
    <dgm:cxn modelId="{8589F610-7327-4891-B0F3-535AF47FBA8C}" type="presOf" srcId="{3DC00AA6-899C-4D90-987B-4AF361D0596A}" destId="{99249AB4-AF1A-4352-9131-66B20597C287}" srcOrd="0" destOrd="0" presId="urn:microsoft.com/office/officeart/2005/8/layout/hierarchy3"/>
    <dgm:cxn modelId="{0C550A11-E4CA-488A-B275-56F7E1FB9F3B}" srcId="{FC7AA3D2-DFAD-4EEC-897B-F872CAE5F08B}" destId="{DE3D5723-12B8-46C0-9842-68604C18E216}" srcOrd="3" destOrd="0" parTransId="{A4174705-38DC-4C8A-B77F-8075C5CCDECA}" sibTransId="{260C9D72-141C-421C-B237-2FD1341B070D}"/>
    <dgm:cxn modelId="{68812413-F4D5-4A90-8FBD-9E66038BB1DF}" type="presOf" srcId="{0F3CFC0F-014D-4C2C-A7B9-F2F40FB093F7}" destId="{451AFF82-F30D-49BA-B979-D70F84E71C73}" srcOrd="0" destOrd="0" presId="urn:microsoft.com/office/officeart/2005/8/layout/hierarchy3"/>
    <dgm:cxn modelId="{881A0814-67D8-400E-972C-3FD54B398622}" type="presOf" srcId="{05A866C8-22AC-4860-BA59-6343328E9209}" destId="{9BE9CBBC-B0B1-4089-BA2A-7F6962527B7C}" srcOrd="0" destOrd="0" presId="urn:microsoft.com/office/officeart/2005/8/layout/hierarchy3"/>
    <dgm:cxn modelId="{E9F62C1B-6F22-47B1-9B0A-E30EE23404BE}" type="presOf" srcId="{2BC39399-A11E-4487-AA3A-1CB3926B0698}" destId="{3F954A5A-6D8E-4E6F-8A4A-9E09960B61C1}" srcOrd="0" destOrd="0" presId="urn:microsoft.com/office/officeart/2005/8/layout/hierarchy3"/>
    <dgm:cxn modelId="{629F5F1F-6277-4703-92AA-B101A5B40172}" srcId="{0AD2927A-BC70-4AEE-BEFF-4AD88DAFC53C}" destId="{FC7AA3D2-DFAD-4EEC-897B-F872CAE5F08B}" srcOrd="0" destOrd="0" parTransId="{FE90517B-C9A0-4225-B2B8-A744955B2C26}" sibTransId="{BA785054-295B-4673-8FDF-3F76039767EE}"/>
    <dgm:cxn modelId="{9E524C20-7978-42D4-B0F4-CF57876D91BE}" srcId="{FC7AA3D2-DFAD-4EEC-897B-F872CAE5F08B}" destId="{2AE7D8AD-689A-402A-8737-71E03477DEF5}" srcOrd="2" destOrd="0" parTransId="{25CBD75B-E527-4343-8269-297E0257A132}" sibTransId="{F88767AD-4E3D-4CFF-9F87-0B2DDAB2D2DD}"/>
    <dgm:cxn modelId="{1EDEEE23-2261-4206-8479-4B2B2ABB7B69}" type="presOf" srcId="{D4FF49B3-3502-41C5-8C66-D221E00BB8F9}" destId="{C502E52A-5E6E-4DDF-998E-2E8FA9AA74E0}" srcOrd="0" destOrd="0" presId="urn:microsoft.com/office/officeart/2005/8/layout/hierarchy3"/>
    <dgm:cxn modelId="{F8208F27-CC20-45C3-8777-EBC50600E7E9}" srcId="{CADA28DD-0AF5-4E2A-A70D-907077E498EC}" destId="{94F7D919-3554-4D10-8DAA-7C6D70954412}" srcOrd="0" destOrd="0" parTransId="{B0C7FC45-88BB-4EAF-A116-1AB67A7B2A31}" sibTransId="{0AF2AD7E-3ABB-4C8F-B484-D0BA21F2D039}"/>
    <dgm:cxn modelId="{CC3B6629-8732-4331-8E96-6698ACACBDDD}" type="presOf" srcId="{BB00F4EC-7297-4A31-8E8D-3D346130BA1D}" destId="{9D8E2E0F-6A9E-4876-8B26-06D64B5BC760}" srcOrd="0" destOrd="0" presId="urn:microsoft.com/office/officeart/2005/8/layout/hierarchy3"/>
    <dgm:cxn modelId="{2DFFC62A-49C5-4E95-9365-644EF1489B2C}" type="presOf" srcId="{0AD2927A-BC70-4AEE-BEFF-4AD88DAFC53C}" destId="{151AB691-2D06-4A69-A0C8-A1E2D9BB0E58}" srcOrd="0" destOrd="0" presId="urn:microsoft.com/office/officeart/2005/8/layout/hierarchy3"/>
    <dgm:cxn modelId="{F9737D2D-0C4C-4A5D-BFF5-6A7B330B6709}" srcId="{63E85B2F-74EF-4EC8-9B6B-4D707E270334}" destId="{BB6ED34F-EC05-4578-935A-4A02412C29FD}" srcOrd="1" destOrd="0" parTransId="{B0A255BA-8C22-4710-AAC8-A6F51D1C8393}" sibTransId="{B69260C2-BB7F-44AA-A0AD-3D81D8A9448C}"/>
    <dgm:cxn modelId="{CA00392F-A1C7-491A-9258-E95A1C2BF70C}" srcId="{63E85B2F-74EF-4EC8-9B6B-4D707E270334}" destId="{BB00F4EC-7297-4A31-8E8D-3D346130BA1D}" srcOrd="3" destOrd="0" parTransId="{70FEAC25-3A45-4FDA-8A08-F0DD9B92CE9D}" sibTransId="{40C254F3-FE97-44BB-BE27-3ACFA484CC61}"/>
    <dgm:cxn modelId="{AFFD8D2F-F8AF-4351-BD6F-80D4DABD27B9}" srcId="{A79694F5-9756-4FEF-87C0-CA39C509EE90}" destId="{AFB64653-012D-4A80-8FFB-877A4B441425}" srcOrd="3" destOrd="0" parTransId="{7453EEF4-3A95-4BA1-A5DC-1629E3C3F02F}" sibTransId="{034B33BA-C20D-4EEE-BEAD-E5AAAC37DE3D}"/>
    <dgm:cxn modelId="{DF68F237-A06A-4C68-9796-D8BADFC92D83}" srcId="{A79694F5-9756-4FEF-87C0-CA39C509EE90}" destId="{284C2CD7-A1D8-4714-83CC-52FEF2A3F32F}" srcOrd="2" destOrd="0" parTransId="{31DF17B9-F135-40D5-A9A4-2952043A2B88}" sibTransId="{F5CA09A4-4A79-4BA1-9E35-A32DB1A576C2}"/>
    <dgm:cxn modelId="{60B2B03F-5FAF-4854-A166-551434CCA4F6}" type="presOf" srcId="{94F7D919-3554-4D10-8DAA-7C6D70954412}" destId="{CD371444-0DCE-4615-BCDD-66AFC4531970}" srcOrd="0" destOrd="0" presId="urn:microsoft.com/office/officeart/2005/8/layout/hierarchy3"/>
    <dgm:cxn modelId="{C4C4C55E-758E-47FC-9E29-36A38E7162A9}" type="presOf" srcId="{A79694F5-9756-4FEF-87C0-CA39C509EE90}" destId="{57A73826-ACA0-407D-9FBB-4D60621EC5BD}" srcOrd="0" destOrd="0" presId="urn:microsoft.com/office/officeart/2005/8/layout/hierarchy3"/>
    <dgm:cxn modelId="{11A7DA5F-A673-435D-9377-4F354EA17AC7}" type="presOf" srcId="{5B522F22-D6FA-4815-8849-018D3CEE7D36}" destId="{E534D9F1-2F9C-4DB0-9BA7-72F9CBA206A1}" srcOrd="0" destOrd="0" presId="urn:microsoft.com/office/officeart/2005/8/layout/hierarchy3"/>
    <dgm:cxn modelId="{D53CB841-9AFA-43B8-B9AC-BCBF5C102DCE}" srcId="{A79694F5-9756-4FEF-87C0-CA39C509EE90}" destId="{8A438436-CD0A-41AF-97B9-60960D4851E0}" srcOrd="1" destOrd="0" parTransId="{72D05D89-B3F5-42BE-A31F-412C32C78D00}" sibTransId="{842F7976-1466-490F-9905-CA5138AF71E9}"/>
    <dgm:cxn modelId="{FAD2A164-429E-4C68-B1E9-A86C5DED36B1}" type="presOf" srcId="{BB6ED34F-EC05-4578-935A-4A02412C29FD}" destId="{5308F324-4E2B-4945-855C-FE296A58E181}" srcOrd="0" destOrd="0" presId="urn:microsoft.com/office/officeart/2005/8/layout/hierarchy3"/>
    <dgm:cxn modelId="{F901C149-927D-466D-99C0-9942672796A7}" srcId="{CADA28DD-0AF5-4E2A-A70D-907077E498EC}" destId="{05A866C8-22AC-4860-BA59-6343328E9209}" srcOrd="2" destOrd="0" parTransId="{2FFD3F11-00FA-4162-8E14-891C486D32FD}" sibTransId="{6746AFB5-9D43-4939-95DC-D318620DD4B4}"/>
    <dgm:cxn modelId="{40D8F749-9D03-429C-89ED-A14B14781F0F}" type="presOf" srcId="{FC7AA3D2-DFAD-4EEC-897B-F872CAE5F08B}" destId="{77761034-2918-471E-8A1E-8A75FD2AE303}" srcOrd="0" destOrd="0" presId="urn:microsoft.com/office/officeart/2005/8/layout/hierarchy3"/>
    <dgm:cxn modelId="{1E78176C-3CA1-413C-9820-48E1282737A2}" type="presOf" srcId="{2FFD3F11-00FA-4162-8E14-891C486D32FD}" destId="{DC8C9B12-AF62-4BC3-BB40-D2ADF686E1C2}" srcOrd="0" destOrd="0" presId="urn:microsoft.com/office/officeart/2005/8/layout/hierarchy3"/>
    <dgm:cxn modelId="{9CA1886C-FCE1-43B2-A79F-19EBBAFBFA10}" type="presOf" srcId="{DE3D5723-12B8-46C0-9842-68604C18E216}" destId="{1025C5D6-C5E7-4E92-87A5-000CE4E76FA3}" srcOrd="0" destOrd="0" presId="urn:microsoft.com/office/officeart/2005/8/layout/hierarchy3"/>
    <dgm:cxn modelId="{EA5BF14E-1419-4D0C-B0EF-01A75C5B82F3}" type="presOf" srcId="{8A438436-CD0A-41AF-97B9-60960D4851E0}" destId="{B08AADD8-F90A-4DC8-BC03-B7C69C9DCBB6}" srcOrd="0" destOrd="0" presId="urn:microsoft.com/office/officeart/2005/8/layout/hierarchy3"/>
    <dgm:cxn modelId="{F18D9971-2C36-4946-A736-249FADB25483}" srcId="{63E85B2F-74EF-4EC8-9B6B-4D707E270334}" destId="{A23F86D0-1C18-4142-B627-5AA531B9A106}" srcOrd="2" destOrd="0" parTransId="{BB90DDEE-6190-4E8A-A6BB-2384D2275888}" sibTransId="{E137F06E-D068-4144-81AC-719819BA9BBD}"/>
    <dgm:cxn modelId="{3B79C452-547B-4648-B2A0-47FD3FA97EB7}" type="presOf" srcId="{D471E30E-F08A-413C-A584-13A6A67602B3}" destId="{5FA848CD-F202-47C9-93D6-938204C96D78}" srcOrd="0" destOrd="0" presId="urn:microsoft.com/office/officeart/2005/8/layout/hierarchy3"/>
    <dgm:cxn modelId="{ECD4D753-F953-4D3A-9994-49B53B778C79}" type="presOf" srcId="{70FEAC25-3A45-4FDA-8A08-F0DD9B92CE9D}" destId="{5035280E-D801-408B-B779-FEB9891E172B}" srcOrd="0" destOrd="0" presId="urn:microsoft.com/office/officeart/2005/8/layout/hierarchy3"/>
    <dgm:cxn modelId="{50B74474-2F43-4C65-A65C-EBA371DB8249}" type="presOf" srcId="{8CAEE670-2478-4FD1-B9D2-6084EE5B1532}" destId="{761F1016-190D-436F-9232-5862188E41DC}" srcOrd="0" destOrd="0" presId="urn:microsoft.com/office/officeart/2005/8/layout/hierarchy3"/>
    <dgm:cxn modelId="{E05FE256-9A46-42FB-B876-D7314FE3CA07}" type="presOf" srcId="{114FD036-A38C-4C9A-B51D-459E0B1281DE}" destId="{75B4F436-7F63-451F-9F71-44CB6293A149}" srcOrd="0" destOrd="0" presId="urn:microsoft.com/office/officeart/2005/8/layout/hierarchy3"/>
    <dgm:cxn modelId="{8920917B-F9FA-426F-9F6F-5313E472ED34}" srcId="{0AD2927A-BC70-4AEE-BEFF-4AD88DAFC53C}" destId="{CADA28DD-0AF5-4E2A-A70D-907077E498EC}" srcOrd="3" destOrd="0" parTransId="{7C99158D-E8C7-47F6-BB73-2F85AAF47EA4}" sibTransId="{0C14D906-4FE7-42AE-AE5A-F879C536A516}"/>
    <dgm:cxn modelId="{7D0FB88E-C30C-4FB1-B1AD-CB18D4C9A002}" type="presOf" srcId="{AFB64653-012D-4A80-8FFB-877A4B441425}" destId="{E2FD104A-E842-4135-A0C0-719447056B25}" srcOrd="0" destOrd="0" presId="urn:microsoft.com/office/officeart/2005/8/layout/hierarchy3"/>
    <dgm:cxn modelId="{F95D5B96-DED5-49C2-8C7D-3467D58B68B6}" type="presOf" srcId="{7453EEF4-3A95-4BA1-A5DC-1629E3C3F02F}" destId="{8B99E8FA-FE15-483F-A819-C2F62C2D966C}" srcOrd="0" destOrd="0" presId="urn:microsoft.com/office/officeart/2005/8/layout/hierarchy3"/>
    <dgm:cxn modelId="{D6D54496-33F2-4CD4-8F11-672FCA5EA735}" type="presOf" srcId="{2AE7D8AD-689A-402A-8737-71E03477DEF5}" destId="{B9B47FFA-CF4B-471A-BBA5-C97785FB9574}" srcOrd="0" destOrd="0" presId="urn:microsoft.com/office/officeart/2005/8/layout/hierarchy3"/>
    <dgm:cxn modelId="{97FA4796-FA94-4B01-BCDF-160A68FEE9D9}" type="presOf" srcId="{4CEFC47F-8A53-4C34-B7BC-4BF72AA63D56}" destId="{483B31FC-BC81-4ADD-BC3A-4A071DDC53DA}" srcOrd="1" destOrd="0" presId="urn:microsoft.com/office/officeart/2005/8/layout/hierarchy3"/>
    <dgm:cxn modelId="{9B796D9C-526C-42DE-9E87-F2D46E16A6EB}" srcId="{A79694F5-9756-4FEF-87C0-CA39C509EE90}" destId="{2BC39399-A11E-4487-AA3A-1CB3926B0698}" srcOrd="0" destOrd="0" parTransId="{551A9076-E587-4F8A-8682-8536323B9716}" sibTransId="{2696AF41-B963-4F42-AFE4-700C52824C6C}"/>
    <dgm:cxn modelId="{E132819D-5C90-4EE7-8B21-E4202875AFAA}" type="presOf" srcId="{B0C7FC45-88BB-4EAF-A116-1AB67A7B2A31}" destId="{F000CC9E-FE5A-43AE-84C7-DBCC569467E2}" srcOrd="0" destOrd="0" presId="urn:microsoft.com/office/officeart/2005/8/layout/hierarchy3"/>
    <dgm:cxn modelId="{A5FF54A4-3942-43FC-8935-85A5F5FA1BAD}" type="presOf" srcId="{8E6FF1B3-09B6-42DE-B65F-A0DCDCB1D24F}" destId="{6AFFA37A-0B03-45F5-9383-FF39089AD2F8}" srcOrd="0" destOrd="0" presId="urn:microsoft.com/office/officeart/2005/8/layout/hierarchy3"/>
    <dgm:cxn modelId="{B915F2A4-383E-49A5-9FDC-E6E7DC82BC15}" type="presOf" srcId="{63E85B2F-74EF-4EC8-9B6B-4D707E270334}" destId="{BAB76D0D-0D78-40FF-9166-1D905E3BDABF}" srcOrd="0" destOrd="0" presId="urn:microsoft.com/office/officeart/2005/8/layout/hierarchy3"/>
    <dgm:cxn modelId="{2255D7A5-EB85-49FE-8D87-6C2F53441CCD}" type="presOf" srcId="{BB90DDEE-6190-4E8A-A6BB-2384D2275888}" destId="{3204AA4F-423F-4B65-A4DE-B58BAAEAF935}" srcOrd="0" destOrd="0" presId="urn:microsoft.com/office/officeart/2005/8/layout/hierarchy3"/>
    <dgm:cxn modelId="{0C6B73AE-7448-4E9A-907C-786C9717505A}" type="presOf" srcId="{CADA28DD-0AF5-4E2A-A70D-907077E498EC}" destId="{65E7EBED-1A41-4768-8AF9-BD9CDD863094}" srcOrd="1" destOrd="0" presId="urn:microsoft.com/office/officeart/2005/8/layout/hierarchy3"/>
    <dgm:cxn modelId="{2BFFB6B3-97FF-4B70-B054-23F940F0B9DD}" type="presOf" srcId="{63E85B2F-74EF-4EC8-9B6B-4D707E270334}" destId="{906DB1BC-2AA9-4C2A-9E9A-AD9D186ED8AB}" srcOrd="1" destOrd="0" presId="urn:microsoft.com/office/officeart/2005/8/layout/hierarchy3"/>
    <dgm:cxn modelId="{C71538B4-9BAA-4B06-BA26-0D765B293D6A}" srcId="{CADA28DD-0AF5-4E2A-A70D-907077E498EC}" destId="{D4FF49B3-3502-41C5-8C66-D221E00BB8F9}" srcOrd="1" destOrd="0" parTransId="{8CAEE670-2478-4FD1-B9D2-6084EE5B1532}" sibTransId="{D11012D3-96E8-4FE0-B323-F3C284087028}"/>
    <dgm:cxn modelId="{C73DD4B5-B86B-4BFB-AA4C-DCD495ADF835}" srcId="{0AD2927A-BC70-4AEE-BEFF-4AD88DAFC53C}" destId="{A79694F5-9756-4FEF-87C0-CA39C509EE90}" srcOrd="2" destOrd="0" parTransId="{FEC201A1-9897-4854-9A1D-D304E97E6586}" sibTransId="{942743A2-CB9A-4152-9A78-1C30D2DB7230}"/>
    <dgm:cxn modelId="{8D9EECB6-13F0-4292-8B5B-D30DC905F8CB}" type="presOf" srcId="{5B22488B-434A-4BCC-9C3F-4B55C8230F98}" destId="{866131BC-C37A-4B64-9C3A-A1F4125B11B6}" srcOrd="0" destOrd="0" presId="urn:microsoft.com/office/officeart/2005/8/layout/hierarchy3"/>
    <dgm:cxn modelId="{139A8DBB-DBD4-46DE-9E0E-DC5FA5E28DC2}" type="presOf" srcId="{31DF17B9-F135-40D5-A9A4-2952043A2B88}" destId="{8FE70AFA-1C5C-48E4-99F6-71BD2EE2D3BB}" srcOrd="0" destOrd="0" presId="urn:microsoft.com/office/officeart/2005/8/layout/hierarchy3"/>
    <dgm:cxn modelId="{5B2CE1BB-6B93-418E-B7FD-B41056D83707}" type="presOf" srcId="{25CBD75B-E527-4343-8269-297E0257A132}" destId="{20D2171D-0750-470A-A421-16A2CA0DDAEB}" srcOrd="0" destOrd="0" presId="urn:microsoft.com/office/officeart/2005/8/layout/hierarchy3"/>
    <dgm:cxn modelId="{EE588DBD-F596-4D25-BC02-494F6B9DECCA}" type="presOf" srcId="{A23F86D0-1C18-4142-B627-5AA531B9A106}" destId="{B19D0380-7238-4A43-A16A-3AA5D8B05A15}" srcOrd="0" destOrd="0" presId="urn:microsoft.com/office/officeart/2005/8/layout/hierarchy3"/>
    <dgm:cxn modelId="{5617AEC5-8546-43AF-AB4F-9C089CDCC4B2}" type="presOf" srcId="{B0A255BA-8C22-4710-AAC8-A6F51D1C8393}" destId="{75AEAEAD-B42B-4458-96E5-D9BA96752FD2}" srcOrd="0" destOrd="0" presId="urn:microsoft.com/office/officeart/2005/8/layout/hierarchy3"/>
    <dgm:cxn modelId="{C9C3B8D2-3011-4447-BB1A-9D7A3D123F37}" type="presOf" srcId="{551A9076-E587-4F8A-8682-8536323B9716}" destId="{C5825A41-E99C-4973-AC52-357E05137802}" srcOrd="0" destOrd="0" presId="urn:microsoft.com/office/officeart/2005/8/layout/hierarchy3"/>
    <dgm:cxn modelId="{113F1AD5-A2D8-44CD-A48B-B2EC75A1169D}" type="presOf" srcId="{43F648EF-B6C7-497E-B42C-8DBDDE3C6F7C}" destId="{FAE23793-FF98-44EC-A14C-A8F9F274D777}" srcOrd="0" destOrd="0" presId="urn:microsoft.com/office/officeart/2005/8/layout/hierarchy3"/>
    <dgm:cxn modelId="{B9F9A7D9-8DA3-41F4-BA9C-306D2A588578}" type="presOf" srcId="{A79694F5-9756-4FEF-87C0-CA39C509EE90}" destId="{45611FA4-854C-43DC-A29C-CA4921F9FC9F}" srcOrd="1" destOrd="0" presId="urn:microsoft.com/office/officeart/2005/8/layout/hierarchy3"/>
    <dgm:cxn modelId="{4F85E5DF-F46B-4EA9-B9CB-2DF265FF9252}" type="presOf" srcId="{2098E554-6B93-48D6-96DA-686A5A038F5E}" destId="{01722B0E-1203-412D-BB9C-7D9B71655B70}" srcOrd="0" destOrd="0" presId="urn:microsoft.com/office/officeart/2005/8/layout/hierarchy3"/>
    <dgm:cxn modelId="{205F67E3-ADFD-40AA-B082-06F4040A5D97}" type="presOf" srcId="{CADA28DD-0AF5-4E2A-A70D-907077E498EC}" destId="{A4864FBE-501D-471E-8DF9-ACFF5D574027}" srcOrd="0" destOrd="0" presId="urn:microsoft.com/office/officeart/2005/8/layout/hierarchy3"/>
    <dgm:cxn modelId="{D131E2E4-2F0B-47D1-A8F3-4692488ADDB0}" srcId="{0AD2927A-BC70-4AEE-BEFF-4AD88DAFC53C}" destId="{63E85B2F-74EF-4EC8-9B6B-4D707E270334}" srcOrd="1" destOrd="0" parTransId="{117814DA-5D15-434A-84D9-3C0D12211959}" sibTransId="{C44E7096-F430-4813-A643-89014A7C5C6D}"/>
    <dgm:cxn modelId="{B58081E9-AF70-4E81-AFD8-85E88431470A}" srcId="{4CEFC47F-8A53-4C34-B7BC-4BF72AA63D56}" destId="{2098E554-6B93-48D6-96DA-686A5A038F5E}" srcOrd="1" destOrd="0" parTransId="{D471E30E-F08A-413C-A584-13A6A67602B3}" sibTransId="{CD2B0050-8F5B-48B4-AF85-C6A176C31A7B}"/>
    <dgm:cxn modelId="{416EACEC-D4BC-42B7-9F5F-FDD72C6E50BA}" srcId="{0AD2927A-BC70-4AEE-BEFF-4AD88DAFC53C}" destId="{4CEFC47F-8A53-4C34-B7BC-4BF72AA63D56}" srcOrd="4" destOrd="0" parTransId="{4F6F88A9-4D7B-4687-A78E-C314634E4415}" sibTransId="{8D0EC1C4-06F3-4D07-8A5C-86CC47A153D8}"/>
    <dgm:cxn modelId="{821F60EF-EB5A-4DAC-8489-1E3CE7F998EC}" srcId="{63E85B2F-74EF-4EC8-9B6B-4D707E270334}" destId="{5B22488B-434A-4BCC-9C3F-4B55C8230F98}" srcOrd="0" destOrd="0" parTransId="{5B522F22-D6FA-4815-8849-018D3CEE7D36}" sibTransId="{9DED6CA8-1BE7-4F5E-98F8-EEEB18FA87E5}"/>
    <dgm:cxn modelId="{4B2A03F1-8CAB-4F05-91EF-7D72ADBF8362}" type="presOf" srcId="{284C2CD7-A1D8-4714-83CC-52FEF2A3F32F}" destId="{782AEBBB-95A3-4872-992C-D5E5F9DB8FCF}" srcOrd="0" destOrd="0" presId="urn:microsoft.com/office/officeart/2005/8/layout/hierarchy3"/>
    <dgm:cxn modelId="{59F1CAF2-E5A4-4713-AC32-790DE4C9D3F6}" srcId="{FC7AA3D2-DFAD-4EEC-897B-F872CAE5F08B}" destId="{43F648EF-B6C7-497E-B42C-8DBDDE3C6F7C}" srcOrd="1" destOrd="0" parTransId="{B3799B95-AEEE-49D2-B489-A5B8E01E86C5}" sibTransId="{060A24DF-6F36-44B9-8A66-2AEBB3B9B25C}"/>
    <dgm:cxn modelId="{0222A4F4-83D5-49A7-8C81-AE1FFEAB62B2}" type="presOf" srcId="{B3799B95-AEEE-49D2-B489-A5B8E01E86C5}" destId="{6D4635D9-E7A3-4BAD-9F8D-5D0C83AD34E0}" srcOrd="0" destOrd="0" presId="urn:microsoft.com/office/officeart/2005/8/layout/hierarchy3"/>
    <dgm:cxn modelId="{E37BBDF5-FEC9-4B66-90F8-11DDF647D57D}" srcId="{FC7AA3D2-DFAD-4EEC-897B-F872CAE5F08B}" destId="{114FD036-A38C-4C9A-B51D-459E0B1281DE}" srcOrd="0" destOrd="0" parTransId="{0F3CFC0F-014D-4C2C-A7B9-F2F40FB093F7}" sibTransId="{3B3C5EDC-750D-46AF-9BA2-5286B455DA65}"/>
    <dgm:cxn modelId="{26A237F6-8E1F-4354-8967-6F0143F4C164}" type="presOf" srcId="{A4174705-38DC-4C8A-B77F-8075C5CCDECA}" destId="{82EB7965-F1F4-474A-BD4A-EFE9BC7237A8}" srcOrd="0" destOrd="0" presId="urn:microsoft.com/office/officeart/2005/8/layout/hierarchy3"/>
    <dgm:cxn modelId="{92F490FB-3293-49FB-BE68-1FE1B71B4A99}" type="presOf" srcId="{72D05D89-B3F5-42BE-A31F-412C32C78D00}" destId="{AD377E5E-3BDF-43C9-87F2-787E3FC0D7B7}" srcOrd="0" destOrd="0" presId="urn:microsoft.com/office/officeart/2005/8/layout/hierarchy3"/>
    <dgm:cxn modelId="{1D13E146-58FB-4DB5-BF56-91EF4A8766E4}" type="presParOf" srcId="{151AB691-2D06-4A69-A0C8-A1E2D9BB0E58}" destId="{1DF216B2-12AD-4132-9E3A-DC6E9AAC8E7D}" srcOrd="0" destOrd="0" presId="urn:microsoft.com/office/officeart/2005/8/layout/hierarchy3"/>
    <dgm:cxn modelId="{0F57DAB0-A1F2-4D97-815C-0079FEB249E4}" type="presParOf" srcId="{1DF216B2-12AD-4132-9E3A-DC6E9AAC8E7D}" destId="{0ACAF6D8-DB2B-441E-A219-B912F1F5F7C6}" srcOrd="0" destOrd="0" presId="urn:microsoft.com/office/officeart/2005/8/layout/hierarchy3"/>
    <dgm:cxn modelId="{8EA25592-1823-49F8-ADAE-61EA5E66A9B1}" type="presParOf" srcId="{0ACAF6D8-DB2B-441E-A219-B912F1F5F7C6}" destId="{77761034-2918-471E-8A1E-8A75FD2AE303}" srcOrd="0" destOrd="0" presId="urn:microsoft.com/office/officeart/2005/8/layout/hierarchy3"/>
    <dgm:cxn modelId="{61248006-6210-491C-A2D2-0A9FD9EF64F2}" type="presParOf" srcId="{0ACAF6D8-DB2B-441E-A219-B912F1F5F7C6}" destId="{E137DD8A-E9EF-4CEE-A31F-371B53E52BBF}" srcOrd="1" destOrd="0" presId="urn:microsoft.com/office/officeart/2005/8/layout/hierarchy3"/>
    <dgm:cxn modelId="{3300EFCB-6BC6-4371-BF75-113E544DBE0C}" type="presParOf" srcId="{1DF216B2-12AD-4132-9E3A-DC6E9AAC8E7D}" destId="{CCEFEA5E-CB72-4B4A-995B-DFB0DD1CB7AA}" srcOrd="1" destOrd="0" presId="urn:microsoft.com/office/officeart/2005/8/layout/hierarchy3"/>
    <dgm:cxn modelId="{D233B8B6-153C-4154-B897-8A2299FD2EA6}" type="presParOf" srcId="{CCEFEA5E-CB72-4B4A-995B-DFB0DD1CB7AA}" destId="{451AFF82-F30D-49BA-B979-D70F84E71C73}" srcOrd="0" destOrd="0" presId="urn:microsoft.com/office/officeart/2005/8/layout/hierarchy3"/>
    <dgm:cxn modelId="{B8370BAD-5A4F-4B7E-991E-D28D315497F9}" type="presParOf" srcId="{CCEFEA5E-CB72-4B4A-995B-DFB0DD1CB7AA}" destId="{75B4F436-7F63-451F-9F71-44CB6293A149}" srcOrd="1" destOrd="0" presId="urn:microsoft.com/office/officeart/2005/8/layout/hierarchy3"/>
    <dgm:cxn modelId="{82311F66-F231-4FA1-9A1C-9312D1F8F926}" type="presParOf" srcId="{CCEFEA5E-CB72-4B4A-995B-DFB0DD1CB7AA}" destId="{6D4635D9-E7A3-4BAD-9F8D-5D0C83AD34E0}" srcOrd="2" destOrd="0" presId="urn:microsoft.com/office/officeart/2005/8/layout/hierarchy3"/>
    <dgm:cxn modelId="{709E261F-75B9-4ACF-87CD-4CC67BE384D6}" type="presParOf" srcId="{CCEFEA5E-CB72-4B4A-995B-DFB0DD1CB7AA}" destId="{FAE23793-FF98-44EC-A14C-A8F9F274D777}" srcOrd="3" destOrd="0" presId="urn:microsoft.com/office/officeart/2005/8/layout/hierarchy3"/>
    <dgm:cxn modelId="{61F1AED9-0745-4D6D-9A36-1AFC553C322D}" type="presParOf" srcId="{CCEFEA5E-CB72-4B4A-995B-DFB0DD1CB7AA}" destId="{20D2171D-0750-470A-A421-16A2CA0DDAEB}" srcOrd="4" destOrd="0" presId="urn:microsoft.com/office/officeart/2005/8/layout/hierarchy3"/>
    <dgm:cxn modelId="{EC658CCE-A8E9-4BD9-81FC-2D6EA90B976D}" type="presParOf" srcId="{CCEFEA5E-CB72-4B4A-995B-DFB0DD1CB7AA}" destId="{B9B47FFA-CF4B-471A-BBA5-C97785FB9574}" srcOrd="5" destOrd="0" presId="urn:microsoft.com/office/officeart/2005/8/layout/hierarchy3"/>
    <dgm:cxn modelId="{C0104716-B5B2-4A51-83CB-0251748B1C11}" type="presParOf" srcId="{CCEFEA5E-CB72-4B4A-995B-DFB0DD1CB7AA}" destId="{82EB7965-F1F4-474A-BD4A-EFE9BC7237A8}" srcOrd="6" destOrd="0" presId="urn:microsoft.com/office/officeart/2005/8/layout/hierarchy3"/>
    <dgm:cxn modelId="{67596F08-37B4-4584-9E6C-E5B442908763}" type="presParOf" srcId="{CCEFEA5E-CB72-4B4A-995B-DFB0DD1CB7AA}" destId="{1025C5D6-C5E7-4E92-87A5-000CE4E76FA3}" srcOrd="7" destOrd="0" presId="urn:microsoft.com/office/officeart/2005/8/layout/hierarchy3"/>
    <dgm:cxn modelId="{967E2C95-1A8F-4FA1-A613-DC7E1FDABC61}" type="presParOf" srcId="{151AB691-2D06-4A69-A0C8-A1E2D9BB0E58}" destId="{5B974499-D5B5-46DD-9CA1-7DB97E675CB2}" srcOrd="1" destOrd="0" presId="urn:microsoft.com/office/officeart/2005/8/layout/hierarchy3"/>
    <dgm:cxn modelId="{7D804215-1719-414B-9237-1A558C9A154E}" type="presParOf" srcId="{5B974499-D5B5-46DD-9CA1-7DB97E675CB2}" destId="{346BE3D0-2BDF-4396-9EC1-12E4D0404D0B}" srcOrd="0" destOrd="0" presId="urn:microsoft.com/office/officeart/2005/8/layout/hierarchy3"/>
    <dgm:cxn modelId="{CA4657F9-CB17-4FAF-9165-91EA256F83C6}" type="presParOf" srcId="{346BE3D0-2BDF-4396-9EC1-12E4D0404D0B}" destId="{BAB76D0D-0D78-40FF-9166-1D905E3BDABF}" srcOrd="0" destOrd="0" presId="urn:microsoft.com/office/officeart/2005/8/layout/hierarchy3"/>
    <dgm:cxn modelId="{CD959807-CC07-4A69-9834-9E3055B1C360}" type="presParOf" srcId="{346BE3D0-2BDF-4396-9EC1-12E4D0404D0B}" destId="{906DB1BC-2AA9-4C2A-9E9A-AD9D186ED8AB}" srcOrd="1" destOrd="0" presId="urn:microsoft.com/office/officeart/2005/8/layout/hierarchy3"/>
    <dgm:cxn modelId="{D1443FAF-A031-4DBA-9C0C-6236F3CA88DF}" type="presParOf" srcId="{5B974499-D5B5-46DD-9CA1-7DB97E675CB2}" destId="{0149117B-EE86-4A6A-BB40-9E3C6D5A6C11}" srcOrd="1" destOrd="0" presId="urn:microsoft.com/office/officeart/2005/8/layout/hierarchy3"/>
    <dgm:cxn modelId="{4285E5B7-1B33-4AED-82B1-34A38186A0C4}" type="presParOf" srcId="{0149117B-EE86-4A6A-BB40-9E3C6D5A6C11}" destId="{E534D9F1-2F9C-4DB0-9BA7-72F9CBA206A1}" srcOrd="0" destOrd="0" presId="urn:microsoft.com/office/officeart/2005/8/layout/hierarchy3"/>
    <dgm:cxn modelId="{34F28FB0-691C-40F0-98C3-13AB34D90C91}" type="presParOf" srcId="{0149117B-EE86-4A6A-BB40-9E3C6D5A6C11}" destId="{866131BC-C37A-4B64-9C3A-A1F4125B11B6}" srcOrd="1" destOrd="0" presId="urn:microsoft.com/office/officeart/2005/8/layout/hierarchy3"/>
    <dgm:cxn modelId="{642F7A29-24EC-4051-BA0A-CF821B6FD021}" type="presParOf" srcId="{0149117B-EE86-4A6A-BB40-9E3C6D5A6C11}" destId="{75AEAEAD-B42B-4458-96E5-D9BA96752FD2}" srcOrd="2" destOrd="0" presId="urn:microsoft.com/office/officeart/2005/8/layout/hierarchy3"/>
    <dgm:cxn modelId="{11BD69EC-2A53-4754-83DF-3CA2F4088C72}" type="presParOf" srcId="{0149117B-EE86-4A6A-BB40-9E3C6D5A6C11}" destId="{5308F324-4E2B-4945-855C-FE296A58E181}" srcOrd="3" destOrd="0" presId="urn:microsoft.com/office/officeart/2005/8/layout/hierarchy3"/>
    <dgm:cxn modelId="{92244E3F-2643-4067-9E00-C4AC0B8C38C1}" type="presParOf" srcId="{0149117B-EE86-4A6A-BB40-9E3C6D5A6C11}" destId="{3204AA4F-423F-4B65-A4DE-B58BAAEAF935}" srcOrd="4" destOrd="0" presId="urn:microsoft.com/office/officeart/2005/8/layout/hierarchy3"/>
    <dgm:cxn modelId="{893DD26E-9028-47E7-BEC5-2277C6F6FF17}" type="presParOf" srcId="{0149117B-EE86-4A6A-BB40-9E3C6D5A6C11}" destId="{B19D0380-7238-4A43-A16A-3AA5D8B05A15}" srcOrd="5" destOrd="0" presId="urn:microsoft.com/office/officeart/2005/8/layout/hierarchy3"/>
    <dgm:cxn modelId="{5A60ED31-47CE-4BE5-ACA2-54C8181E68EF}" type="presParOf" srcId="{0149117B-EE86-4A6A-BB40-9E3C6D5A6C11}" destId="{5035280E-D801-408B-B779-FEB9891E172B}" srcOrd="6" destOrd="0" presId="urn:microsoft.com/office/officeart/2005/8/layout/hierarchy3"/>
    <dgm:cxn modelId="{0A2B3583-E39C-4C79-A503-01AC9288312D}" type="presParOf" srcId="{0149117B-EE86-4A6A-BB40-9E3C6D5A6C11}" destId="{9D8E2E0F-6A9E-4876-8B26-06D64B5BC760}" srcOrd="7" destOrd="0" presId="urn:microsoft.com/office/officeart/2005/8/layout/hierarchy3"/>
    <dgm:cxn modelId="{BBAA16FB-1630-4FDB-8403-CF1CDBAAC01F}" type="presParOf" srcId="{151AB691-2D06-4A69-A0C8-A1E2D9BB0E58}" destId="{0DCCDBB0-95C3-4C56-BF43-39237249010A}" srcOrd="2" destOrd="0" presId="urn:microsoft.com/office/officeart/2005/8/layout/hierarchy3"/>
    <dgm:cxn modelId="{EA70970C-8D86-4822-BCAC-88BD2A7A6EEB}" type="presParOf" srcId="{0DCCDBB0-95C3-4C56-BF43-39237249010A}" destId="{FF24765B-D2ED-41A7-A4A0-50FB3EEDF346}" srcOrd="0" destOrd="0" presId="urn:microsoft.com/office/officeart/2005/8/layout/hierarchy3"/>
    <dgm:cxn modelId="{B7943003-8252-4E53-9EA8-1B884E40C7D4}" type="presParOf" srcId="{FF24765B-D2ED-41A7-A4A0-50FB3EEDF346}" destId="{57A73826-ACA0-407D-9FBB-4D60621EC5BD}" srcOrd="0" destOrd="0" presId="urn:microsoft.com/office/officeart/2005/8/layout/hierarchy3"/>
    <dgm:cxn modelId="{498CD002-876A-4FD4-B0E1-B2E66F2EA246}" type="presParOf" srcId="{FF24765B-D2ED-41A7-A4A0-50FB3EEDF346}" destId="{45611FA4-854C-43DC-A29C-CA4921F9FC9F}" srcOrd="1" destOrd="0" presId="urn:microsoft.com/office/officeart/2005/8/layout/hierarchy3"/>
    <dgm:cxn modelId="{DD9117A6-E73E-4007-9201-D07B09791396}" type="presParOf" srcId="{0DCCDBB0-95C3-4C56-BF43-39237249010A}" destId="{0CAB83B5-6186-4820-BB9C-7BF5F42B1770}" srcOrd="1" destOrd="0" presId="urn:microsoft.com/office/officeart/2005/8/layout/hierarchy3"/>
    <dgm:cxn modelId="{2B6470F1-8A92-48D0-9C87-5D29B1FB8F52}" type="presParOf" srcId="{0CAB83B5-6186-4820-BB9C-7BF5F42B1770}" destId="{C5825A41-E99C-4973-AC52-357E05137802}" srcOrd="0" destOrd="0" presId="urn:microsoft.com/office/officeart/2005/8/layout/hierarchy3"/>
    <dgm:cxn modelId="{0D0195B7-5895-43E7-AAF0-14F8A2CB3E63}" type="presParOf" srcId="{0CAB83B5-6186-4820-BB9C-7BF5F42B1770}" destId="{3F954A5A-6D8E-4E6F-8A4A-9E09960B61C1}" srcOrd="1" destOrd="0" presId="urn:microsoft.com/office/officeart/2005/8/layout/hierarchy3"/>
    <dgm:cxn modelId="{C4BA1750-1BEF-4509-85A6-1D8042CEBD64}" type="presParOf" srcId="{0CAB83B5-6186-4820-BB9C-7BF5F42B1770}" destId="{AD377E5E-3BDF-43C9-87F2-787E3FC0D7B7}" srcOrd="2" destOrd="0" presId="urn:microsoft.com/office/officeart/2005/8/layout/hierarchy3"/>
    <dgm:cxn modelId="{4E234D9F-BA1F-4B47-8E86-A066645B7CA7}" type="presParOf" srcId="{0CAB83B5-6186-4820-BB9C-7BF5F42B1770}" destId="{B08AADD8-F90A-4DC8-BC03-B7C69C9DCBB6}" srcOrd="3" destOrd="0" presId="urn:microsoft.com/office/officeart/2005/8/layout/hierarchy3"/>
    <dgm:cxn modelId="{CF094863-28E0-4981-8983-08DF7E59F2F3}" type="presParOf" srcId="{0CAB83B5-6186-4820-BB9C-7BF5F42B1770}" destId="{8FE70AFA-1C5C-48E4-99F6-71BD2EE2D3BB}" srcOrd="4" destOrd="0" presId="urn:microsoft.com/office/officeart/2005/8/layout/hierarchy3"/>
    <dgm:cxn modelId="{64D3699F-CFA2-4173-9E1B-C43C8A6A0BD8}" type="presParOf" srcId="{0CAB83B5-6186-4820-BB9C-7BF5F42B1770}" destId="{782AEBBB-95A3-4872-992C-D5E5F9DB8FCF}" srcOrd="5" destOrd="0" presId="urn:microsoft.com/office/officeart/2005/8/layout/hierarchy3"/>
    <dgm:cxn modelId="{ED702B62-A231-4A9F-B99A-B640927A8B8C}" type="presParOf" srcId="{0CAB83B5-6186-4820-BB9C-7BF5F42B1770}" destId="{8B99E8FA-FE15-483F-A819-C2F62C2D966C}" srcOrd="6" destOrd="0" presId="urn:microsoft.com/office/officeart/2005/8/layout/hierarchy3"/>
    <dgm:cxn modelId="{CEB19F12-460A-42CF-971E-B3738D9C18E0}" type="presParOf" srcId="{0CAB83B5-6186-4820-BB9C-7BF5F42B1770}" destId="{E2FD104A-E842-4135-A0C0-719447056B25}" srcOrd="7" destOrd="0" presId="urn:microsoft.com/office/officeart/2005/8/layout/hierarchy3"/>
    <dgm:cxn modelId="{60879782-C796-4769-819F-65305ADFC332}" type="presParOf" srcId="{151AB691-2D06-4A69-A0C8-A1E2D9BB0E58}" destId="{5A361B09-D58F-4385-A576-1084F2422A9F}" srcOrd="3" destOrd="0" presId="urn:microsoft.com/office/officeart/2005/8/layout/hierarchy3"/>
    <dgm:cxn modelId="{932A2332-9184-4D91-AD73-C4F1B712F372}" type="presParOf" srcId="{5A361B09-D58F-4385-A576-1084F2422A9F}" destId="{FC392FDD-2E47-43B0-8A9E-A121639C36A1}" srcOrd="0" destOrd="0" presId="urn:microsoft.com/office/officeart/2005/8/layout/hierarchy3"/>
    <dgm:cxn modelId="{0A6D945F-AA59-4B56-80D2-8DFC94EA7C3A}" type="presParOf" srcId="{FC392FDD-2E47-43B0-8A9E-A121639C36A1}" destId="{A4864FBE-501D-471E-8DF9-ACFF5D574027}" srcOrd="0" destOrd="0" presId="urn:microsoft.com/office/officeart/2005/8/layout/hierarchy3"/>
    <dgm:cxn modelId="{1C658E1F-E0DE-4FAC-9B16-CE3EB373CE71}" type="presParOf" srcId="{FC392FDD-2E47-43B0-8A9E-A121639C36A1}" destId="{65E7EBED-1A41-4768-8AF9-BD9CDD863094}" srcOrd="1" destOrd="0" presId="urn:microsoft.com/office/officeart/2005/8/layout/hierarchy3"/>
    <dgm:cxn modelId="{44EFB608-BDE2-4F7F-B8B3-FE6D1D616771}" type="presParOf" srcId="{5A361B09-D58F-4385-A576-1084F2422A9F}" destId="{2F2D3413-E495-4BA2-A424-5411FD7B9E01}" srcOrd="1" destOrd="0" presId="urn:microsoft.com/office/officeart/2005/8/layout/hierarchy3"/>
    <dgm:cxn modelId="{BFB61529-75AA-4A8F-962F-815C6961955F}" type="presParOf" srcId="{2F2D3413-E495-4BA2-A424-5411FD7B9E01}" destId="{F000CC9E-FE5A-43AE-84C7-DBCC569467E2}" srcOrd="0" destOrd="0" presId="urn:microsoft.com/office/officeart/2005/8/layout/hierarchy3"/>
    <dgm:cxn modelId="{B5E8DF51-952A-40E6-A7AF-B4064CC098E7}" type="presParOf" srcId="{2F2D3413-E495-4BA2-A424-5411FD7B9E01}" destId="{CD371444-0DCE-4615-BCDD-66AFC4531970}" srcOrd="1" destOrd="0" presId="urn:microsoft.com/office/officeart/2005/8/layout/hierarchy3"/>
    <dgm:cxn modelId="{4F7EE8F1-E4EF-49C1-9F0E-F1B847BD8592}" type="presParOf" srcId="{2F2D3413-E495-4BA2-A424-5411FD7B9E01}" destId="{761F1016-190D-436F-9232-5862188E41DC}" srcOrd="2" destOrd="0" presId="urn:microsoft.com/office/officeart/2005/8/layout/hierarchy3"/>
    <dgm:cxn modelId="{8A7D7CBB-6344-42C8-80EA-8B3E1BF51B60}" type="presParOf" srcId="{2F2D3413-E495-4BA2-A424-5411FD7B9E01}" destId="{C502E52A-5E6E-4DDF-998E-2E8FA9AA74E0}" srcOrd="3" destOrd="0" presId="urn:microsoft.com/office/officeart/2005/8/layout/hierarchy3"/>
    <dgm:cxn modelId="{B89BABAB-381E-4DB8-8CF9-095C6E7494B7}" type="presParOf" srcId="{2F2D3413-E495-4BA2-A424-5411FD7B9E01}" destId="{DC8C9B12-AF62-4BC3-BB40-D2ADF686E1C2}" srcOrd="4" destOrd="0" presId="urn:microsoft.com/office/officeart/2005/8/layout/hierarchy3"/>
    <dgm:cxn modelId="{08218989-B974-428E-A31C-AFCA27AB17A2}" type="presParOf" srcId="{2F2D3413-E495-4BA2-A424-5411FD7B9E01}" destId="{9BE9CBBC-B0B1-4089-BA2A-7F6962527B7C}" srcOrd="5" destOrd="0" presId="urn:microsoft.com/office/officeart/2005/8/layout/hierarchy3"/>
    <dgm:cxn modelId="{4F548EEF-86E1-45EE-92ED-DB661E4180DA}" type="presParOf" srcId="{151AB691-2D06-4A69-A0C8-A1E2D9BB0E58}" destId="{0DC088AE-E56E-49C4-837B-F104AEE3D633}" srcOrd="4" destOrd="0" presId="urn:microsoft.com/office/officeart/2005/8/layout/hierarchy3"/>
    <dgm:cxn modelId="{DC9A5658-CC50-4079-940C-E143E7EC9267}" type="presParOf" srcId="{0DC088AE-E56E-49C4-837B-F104AEE3D633}" destId="{8C283A0E-D48B-49A8-BA16-58152E7862BF}" srcOrd="0" destOrd="0" presId="urn:microsoft.com/office/officeart/2005/8/layout/hierarchy3"/>
    <dgm:cxn modelId="{58506E77-FD62-45AB-9C18-9586EEBBEFB8}" type="presParOf" srcId="{8C283A0E-D48B-49A8-BA16-58152E7862BF}" destId="{96BB375C-F80E-4EEE-B327-46B6384E2A2F}" srcOrd="0" destOrd="0" presId="urn:microsoft.com/office/officeart/2005/8/layout/hierarchy3"/>
    <dgm:cxn modelId="{5EB229F5-CFAA-4B6A-A0DD-30B9017BE1E8}" type="presParOf" srcId="{8C283A0E-D48B-49A8-BA16-58152E7862BF}" destId="{483B31FC-BC81-4ADD-BC3A-4A071DDC53DA}" srcOrd="1" destOrd="0" presId="urn:microsoft.com/office/officeart/2005/8/layout/hierarchy3"/>
    <dgm:cxn modelId="{E06DEB1E-DDEA-483B-868C-403E99BD8D85}" type="presParOf" srcId="{0DC088AE-E56E-49C4-837B-F104AEE3D633}" destId="{FDE6D860-E71E-4DBD-A335-A2A19909F11D}" srcOrd="1" destOrd="0" presId="urn:microsoft.com/office/officeart/2005/8/layout/hierarchy3"/>
    <dgm:cxn modelId="{439A8A99-292A-43B4-B51A-08F6F3F4704E}" type="presParOf" srcId="{FDE6D860-E71E-4DBD-A335-A2A19909F11D}" destId="{99249AB4-AF1A-4352-9131-66B20597C287}" srcOrd="0" destOrd="0" presId="urn:microsoft.com/office/officeart/2005/8/layout/hierarchy3"/>
    <dgm:cxn modelId="{FB2FE93A-D082-4FD5-B9F7-E6EAD1812593}" type="presParOf" srcId="{FDE6D860-E71E-4DBD-A335-A2A19909F11D}" destId="{6AFFA37A-0B03-45F5-9383-FF39089AD2F8}" srcOrd="1" destOrd="0" presId="urn:microsoft.com/office/officeart/2005/8/layout/hierarchy3"/>
    <dgm:cxn modelId="{20EFE8D7-4C47-408E-A871-72C4B29777B5}" type="presParOf" srcId="{FDE6D860-E71E-4DBD-A335-A2A19909F11D}" destId="{5FA848CD-F202-47C9-93D6-938204C96D78}" srcOrd="2" destOrd="0" presId="urn:microsoft.com/office/officeart/2005/8/layout/hierarchy3"/>
    <dgm:cxn modelId="{886DA19D-E888-4D36-980A-C3AB66ECA1D5}" type="presParOf" srcId="{FDE6D860-E71E-4DBD-A335-A2A19909F11D}" destId="{01722B0E-1203-412D-BB9C-7D9B71655B7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4F9822-F67C-437C-8F8B-8E1BCCC7D85B}" type="doc">
      <dgm:prSet loTypeId="urn:microsoft.com/office/officeart/2024/layout/VerticalActionList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664506D-6ABB-481B-AF2B-3B108BFDE63E}">
      <dgm:prSet custT="1"/>
      <dgm:spPr/>
      <dgm:t>
        <a:bodyPr/>
        <a:lstStyle/>
        <a:p>
          <a:r>
            <a:rPr lang="en-IN" sz="1600" b="1" dirty="0">
              <a:latin typeface="Arial" panose="020B0604020202020204" pitchFamily="34" charset="0"/>
              <a:cs typeface="Arial" panose="020B0604020202020204" pitchFamily="34" charset="0"/>
            </a:rPr>
            <a:t>Technical Feasibility</a:t>
          </a:r>
          <a:endParaRPr lang="en-IN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F51928-820D-4694-9A8C-F1E26CC39056}" type="parTrans" cxnId="{25909255-DC5F-4C18-B8D1-0C66B1B28E96}">
      <dgm:prSet/>
      <dgm:spPr/>
      <dgm:t>
        <a:bodyPr/>
        <a:lstStyle/>
        <a:p>
          <a:endParaRPr lang="en-IN"/>
        </a:p>
      </dgm:t>
    </dgm:pt>
    <dgm:pt modelId="{3A30E89E-D0A7-473A-95A8-C68C2F44E9A9}" type="sibTrans" cxnId="{25909255-DC5F-4C18-B8D1-0C66B1B28E96}">
      <dgm:prSet/>
      <dgm:spPr/>
      <dgm:t>
        <a:bodyPr/>
        <a:lstStyle/>
        <a:p>
          <a:endParaRPr lang="en-IN"/>
        </a:p>
      </dgm:t>
    </dgm:pt>
    <dgm:pt modelId="{ED0F4EF4-C3DE-4368-8F8C-0532590055B5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Uses established open-source AI technologies. </a:t>
          </a:r>
        </a:p>
      </dgm:t>
    </dgm:pt>
    <dgm:pt modelId="{D3037E3E-8902-4E9A-A449-C4E603334476}" type="parTrans" cxnId="{5C54C598-AF0C-415C-B483-A6212EFFAEBE}">
      <dgm:prSet/>
      <dgm:spPr/>
      <dgm:t>
        <a:bodyPr/>
        <a:lstStyle/>
        <a:p>
          <a:endParaRPr lang="en-IN"/>
        </a:p>
      </dgm:t>
    </dgm:pt>
    <dgm:pt modelId="{EDD0382B-806A-4CD7-A96F-5121818C978F}" type="sibTrans" cxnId="{5C54C598-AF0C-415C-B483-A6212EFFAEBE}">
      <dgm:prSet/>
      <dgm:spPr/>
      <dgm:t>
        <a:bodyPr/>
        <a:lstStyle/>
        <a:p>
          <a:endParaRPr lang="en-IN"/>
        </a:p>
      </dgm:t>
    </dgm:pt>
    <dgm:pt modelId="{1D1D87FF-C458-496C-91A5-A9B3F60C51EA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Local AI models reduce dependency on paid cloud APIs. </a:t>
          </a:r>
        </a:p>
      </dgm:t>
    </dgm:pt>
    <dgm:pt modelId="{5DFA0EC4-202A-4D72-A511-671C5B4D3498}" type="parTrans" cxnId="{AAF773A2-36D3-4BE6-9703-8875A4C02184}">
      <dgm:prSet/>
      <dgm:spPr/>
      <dgm:t>
        <a:bodyPr/>
        <a:lstStyle/>
        <a:p>
          <a:endParaRPr lang="en-IN"/>
        </a:p>
      </dgm:t>
    </dgm:pt>
    <dgm:pt modelId="{63FDDD16-356F-4C36-941D-5CE7929B0302}" type="sibTrans" cxnId="{AAF773A2-36D3-4BE6-9703-8875A4C02184}">
      <dgm:prSet/>
      <dgm:spPr/>
      <dgm:t>
        <a:bodyPr/>
        <a:lstStyle/>
        <a:p>
          <a:endParaRPr lang="en-IN"/>
        </a:p>
      </dgm:t>
    </dgm:pt>
    <dgm:pt modelId="{46E817FE-54C4-4288-927D-06BC7C1CFE7A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Modular architecture allows individual AI components to be improved independently. </a:t>
          </a:r>
        </a:p>
      </dgm:t>
    </dgm:pt>
    <dgm:pt modelId="{9938C475-3AD1-4856-8C6C-863D78ECE9F5}" type="parTrans" cxnId="{BB8663AB-EABB-491F-96FB-8551CD39B2D6}">
      <dgm:prSet/>
      <dgm:spPr/>
      <dgm:t>
        <a:bodyPr/>
        <a:lstStyle/>
        <a:p>
          <a:endParaRPr lang="en-IN"/>
        </a:p>
      </dgm:t>
    </dgm:pt>
    <dgm:pt modelId="{1AC67719-E07D-48E6-A3DC-A1F5919DF801}" type="sibTrans" cxnId="{BB8663AB-EABB-491F-96FB-8551CD39B2D6}">
      <dgm:prSet/>
      <dgm:spPr/>
      <dgm:t>
        <a:bodyPr/>
        <a:lstStyle/>
        <a:p>
          <a:endParaRPr lang="en-IN"/>
        </a:p>
      </dgm:t>
    </dgm:pt>
    <dgm:pt modelId="{A8FAEBF5-F441-478F-B2F4-EF55C468ACBF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FastAPI provides lightweight and scalable REST APIs. </a:t>
          </a:r>
        </a:p>
      </dgm:t>
    </dgm:pt>
    <dgm:pt modelId="{BFBA2A87-3AB3-4532-A4FE-9BD3EE1BEE7D}" type="parTrans" cxnId="{AE2C513A-11BE-401C-986F-2FAED0EFFFCC}">
      <dgm:prSet/>
      <dgm:spPr/>
      <dgm:t>
        <a:bodyPr/>
        <a:lstStyle/>
        <a:p>
          <a:endParaRPr lang="en-IN"/>
        </a:p>
      </dgm:t>
    </dgm:pt>
    <dgm:pt modelId="{CCDF16E8-598A-49CC-8F28-61C1C8E33316}" type="sibTrans" cxnId="{AE2C513A-11BE-401C-986F-2FAED0EFFFCC}">
      <dgm:prSet/>
      <dgm:spPr/>
      <dgm:t>
        <a:bodyPr/>
        <a:lstStyle/>
        <a:p>
          <a:endParaRPr lang="en-IN"/>
        </a:p>
      </dgm:t>
    </dgm:pt>
    <dgm:pt modelId="{1C4FF5C9-E241-4BBC-9C8D-F9870D841664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SQLite enables rapid deployment for the prototype. </a:t>
          </a:r>
        </a:p>
      </dgm:t>
    </dgm:pt>
    <dgm:pt modelId="{FBD19B93-50FC-4B47-BE8E-060A2AA043B5}" type="parTrans" cxnId="{81CA4617-2449-4D42-BA8F-687254441AEC}">
      <dgm:prSet/>
      <dgm:spPr/>
      <dgm:t>
        <a:bodyPr/>
        <a:lstStyle/>
        <a:p>
          <a:endParaRPr lang="en-IN"/>
        </a:p>
      </dgm:t>
    </dgm:pt>
    <dgm:pt modelId="{CFA928D1-AC10-45F2-B35B-B13EF80CF7C8}" type="sibTrans" cxnId="{81CA4617-2449-4D42-BA8F-687254441AEC}">
      <dgm:prSet/>
      <dgm:spPr/>
      <dgm:t>
        <a:bodyPr/>
        <a:lstStyle/>
        <a:p>
          <a:endParaRPr lang="en-IN"/>
        </a:p>
      </dgm:t>
    </dgm:pt>
    <dgm:pt modelId="{C60D4412-4D14-4477-8ABA-A76FEEABEF91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Marketplace adapter architecture allows future platform integrations without redesigning the application. </a:t>
          </a:r>
        </a:p>
      </dgm:t>
    </dgm:pt>
    <dgm:pt modelId="{6933DBA3-0DDF-41D6-B572-7D17A13FFB1E}" type="parTrans" cxnId="{C132D106-E28C-4F48-8585-B6C428681D94}">
      <dgm:prSet/>
      <dgm:spPr/>
      <dgm:t>
        <a:bodyPr/>
        <a:lstStyle/>
        <a:p>
          <a:endParaRPr lang="en-IN"/>
        </a:p>
      </dgm:t>
    </dgm:pt>
    <dgm:pt modelId="{3E22D45F-D9FC-4375-A99D-39BF1C23E839}" type="sibTrans" cxnId="{C132D106-E28C-4F48-8585-B6C428681D94}">
      <dgm:prSet/>
      <dgm:spPr/>
      <dgm:t>
        <a:bodyPr/>
        <a:lstStyle/>
        <a:p>
          <a:endParaRPr lang="en-IN"/>
        </a:p>
      </dgm:t>
    </dgm:pt>
    <dgm:pt modelId="{3EDC4D3D-C32C-467E-9F43-B8F7AD439A76}">
      <dgm:prSet custT="1"/>
      <dgm:spPr/>
      <dgm:t>
        <a:bodyPr/>
        <a:lstStyle/>
        <a:p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Operational Feasibility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71390C-1162-4AFD-8894-3BA328A29858}" type="parTrans" cxnId="{C8A23E6F-8E72-4116-937E-2CE1146B0184}">
      <dgm:prSet/>
      <dgm:spPr/>
      <dgm:t>
        <a:bodyPr/>
        <a:lstStyle/>
        <a:p>
          <a:endParaRPr lang="en-IN"/>
        </a:p>
      </dgm:t>
    </dgm:pt>
    <dgm:pt modelId="{9546168A-2D40-416B-AD9B-32AB524F557A}" type="sibTrans" cxnId="{C8A23E6F-8E72-4116-937E-2CE1146B0184}">
      <dgm:prSet/>
      <dgm:spPr/>
      <dgm:t>
        <a:bodyPr/>
        <a:lstStyle/>
        <a:p>
          <a:endParaRPr lang="en-IN"/>
        </a:p>
      </dgm:t>
    </dgm:pt>
    <dgm:pt modelId="{27446183-BC28-4A93-B663-F3C66FA5EDFD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KARIGAR is designed for artisans with limited digital experience.</a:t>
          </a:r>
        </a:p>
      </dgm:t>
    </dgm:pt>
    <dgm:pt modelId="{F16F5664-E66A-4330-BBDA-A8B1A8C22711}" type="parTrans" cxnId="{CC14415E-92D9-4EBD-9A04-A43BD283160F}">
      <dgm:prSet/>
      <dgm:spPr/>
      <dgm:t>
        <a:bodyPr/>
        <a:lstStyle/>
        <a:p>
          <a:endParaRPr lang="en-IN"/>
        </a:p>
      </dgm:t>
    </dgm:pt>
    <dgm:pt modelId="{5D789D19-9EB2-47DA-80E6-1542601DE7C0}" type="sibTrans" cxnId="{CC14415E-92D9-4EBD-9A04-A43BD283160F}">
      <dgm:prSet/>
      <dgm:spPr/>
      <dgm:t>
        <a:bodyPr/>
        <a:lstStyle/>
        <a:p>
          <a:endParaRPr lang="en-IN"/>
        </a:p>
      </dgm:t>
    </dgm:pt>
    <dgm:pt modelId="{0D40497A-597A-4157-ABE3-646E782C30E7}">
      <dgm:prSet custT="1"/>
      <dgm:spPr/>
      <dgm:t>
        <a:bodyPr/>
        <a:lstStyle/>
        <a:p>
          <a:pPr>
            <a:buNone/>
          </a:pPr>
          <a:r>
            <a:rPr lang="en-IN" sz="1200" b="0" dirty="0">
              <a:latin typeface="Arial" panose="020B0604020202020204" pitchFamily="34" charset="0"/>
              <a:cs typeface="Arial" panose="020B0604020202020204" pitchFamily="34" charset="0"/>
            </a:rPr>
            <a:t>Instead of:</a:t>
          </a:r>
        </a:p>
        <a:p>
          <a:pPr>
            <a:buNone/>
          </a:pPr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Login → Forms → Categories → Description → Photo Editing → Pricing → Listing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467CBA-37D3-4AD7-AF40-3C7A0833D96B}" type="parTrans" cxnId="{F26D30ED-AEB8-43A4-998B-28EA43D1C5CA}">
      <dgm:prSet/>
      <dgm:spPr/>
      <dgm:t>
        <a:bodyPr/>
        <a:lstStyle/>
        <a:p>
          <a:endParaRPr lang="en-IN"/>
        </a:p>
      </dgm:t>
    </dgm:pt>
    <dgm:pt modelId="{0549F3D1-D55F-4D7A-9914-340F09D00B1A}" type="sibTrans" cxnId="{F26D30ED-AEB8-43A4-998B-28EA43D1C5CA}">
      <dgm:prSet/>
      <dgm:spPr/>
      <dgm:t>
        <a:bodyPr/>
        <a:lstStyle/>
        <a:p>
          <a:endParaRPr lang="en-IN"/>
        </a:p>
      </dgm:t>
    </dgm:pt>
    <dgm:pt modelId="{1EA39EDC-B39F-4870-BAC5-6D3273D02DF7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KAI simplifies the experience into:</a:t>
          </a:r>
        </a:p>
        <a:p>
          <a:pPr>
            <a:buNone/>
          </a:pPr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Speak → Review → Publish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E9341F-C78E-4E8B-8C86-B3DF92C9D30D}" type="parTrans" cxnId="{8BFAB84C-A395-4BA5-855F-88DA358B3DB0}">
      <dgm:prSet/>
      <dgm:spPr/>
      <dgm:t>
        <a:bodyPr/>
        <a:lstStyle/>
        <a:p>
          <a:endParaRPr lang="en-IN"/>
        </a:p>
      </dgm:t>
    </dgm:pt>
    <dgm:pt modelId="{92A222DA-5147-4A00-9186-2383C5581772}" type="sibTrans" cxnId="{8BFAB84C-A395-4BA5-855F-88DA358B3DB0}">
      <dgm:prSet/>
      <dgm:spPr/>
      <dgm:t>
        <a:bodyPr/>
        <a:lstStyle/>
        <a:p>
          <a:endParaRPr lang="en-IN"/>
        </a:p>
      </dgm:t>
    </dgm:pt>
    <dgm:pt modelId="{495D8D65-3014-4BF0-B903-686C992BEC0E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Large controls, minimal forms and multilingual interaction reduce the digital learning curve.</a:t>
          </a:r>
        </a:p>
      </dgm:t>
    </dgm:pt>
    <dgm:pt modelId="{A146FD3D-32C7-4248-8868-D71C3D77EBB4}" type="parTrans" cxnId="{12818BBB-449D-440B-A4F0-E2A154AA2A41}">
      <dgm:prSet/>
      <dgm:spPr/>
      <dgm:t>
        <a:bodyPr/>
        <a:lstStyle/>
        <a:p>
          <a:endParaRPr lang="en-IN"/>
        </a:p>
      </dgm:t>
    </dgm:pt>
    <dgm:pt modelId="{121BB0B4-8DFC-47B4-8BCD-D009B265731C}" type="sibTrans" cxnId="{12818BBB-449D-440B-A4F0-E2A154AA2A41}">
      <dgm:prSet/>
      <dgm:spPr/>
      <dgm:t>
        <a:bodyPr/>
        <a:lstStyle/>
        <a:p>
          <a:endParaRPr lang="en-IN"/>
        </a:p>
      </dgm:t>
    </dgm:pt>
    <dgm:pt modelId="{E953BF5D-2222-4DF4-AE02-DC6807DE4A26}" type="pres">
      <dgm:prSet presAssocID="{AF4F9822-F67C-437C-8F8B-8E1BCCC7D85B}" presName="Name0" presStyleCnt="0">
        <dgm:presLayoutVars>
          <dgm:dir/>
          <dgm:animLvl val="lvl"/>
          <dgm:resizeHandles val="exact"/>
        </dgm:presLayoutVars>
      </dgm:prSet>
      <dgm:spPr/>
    </dgm:pt>
    <dgm:pt modelId="{94CD8B24-0D7B-4400-ABF4-DA8BE4EF68B1}" type="pres">
      <dgm:prSet presAssocID="{F664506D-6ABB-481B-AF2B-3B108BFDE63E}" presName="linNode" presStyleCnt="0"/>
      <dgm:spPr/>
    </dgm:pt>
    <dgm:pt modelId="{E8DCF397-DD3F-4ADC-B993-21247A74AF6F}" type="pres">
      <dgm:prSet presAssocID="{F664506D-6ABB-481B-AF2B-3B108BFDE63E}" presName="bgOutline" presStyleLbl="fgAcc1" presStyleIdx="0" presStyleCnt="2"/>
      <dgm:spPr/>
    </dgm:pt>
    <dgm:pt modelId="{88BFBD60-6701-45CB-AED5-F44709E6AAF2}" type="pres">
      <dgm:prSet presAssocID="{F664506D-6ABB-481B-AF2B-3B108BFDE63E}" presName="parentText" presStyleLbl="alignNode1" presStyleIdx="0" presStyleCnt="2" custLinFactNeighborX="0" custLinFactNeighborY="-18">
        <dgm:presLayoutVars>
          <dgm:chMax val="1"/>
          <dgm:bulletEnabled/>
        </dgm:presLayoutVars>
      </dgm:prSet>
      <dgm:spPr/>
    </dgm:pt>
    <dgm:pt modelId="{CDD79045-C351-46DF-BCB1-7359478B73F8}" type="pres">
      <dgm:prSet presAssocID="{F664506D-6ABB-481B-AF2B-3B108BFDE63E}" presName="descendantText" presStyleLbl="revTx" presStyleIdx="0" presStyleCnt="0">
        <dgm:presLayoutVars>
          <dgm:bulletEnabled/>
        </dgm:presLayoutVars>
      </dgm:prSet>
      <dgm:spPr/>
    </dgm:pt>
    <dgm:pt modelId="{728F8C0D-C081-451A-B217-F048ECBD839B}" type="pres">
      <dgm:prSet presAssocID="{3A30E89E-D0A7-473A-95A8-C68C2F44E9A9}" presName="sp" presStyleCnt="0"/>
      <dgm:spPr/>
    </dgm:pt>
    <dgm:pt modelId="{E944E438-30AE-4B48-BAE3-8DC9461CAC17}" type="pres">
      <dgm:prSet presAssocID="{3EDC4D3D-C32C-467E-9F43-B8F7AD439A76}" presName="linNode" presStyleCnt="0"/>
      <dgm:spPr/>
    </dgm:pt>
    <dgm:pt modelId="{D176D8A8-B2BA-4F23-88CF-9145164D9E1B}" type="pres">
      <dgm:prSet presAssocID="{3EDC4D3D-C32C-467E-9F43-B8F7AD439A76}" presName="bgOutline" presStyleLbl="fgAcc1" presStyleIdx="1" presStyleCnt="2"/>
      <dgm:spPr/>
    </dgm:pt>
    <dgm:pt modelId="{4F08BED1-2E4E-460A-840D-AF291942F8CA}" type="pres">
      <dgm:prSet presAssocID="{3EDC4D3D-C32C-467E-9F43-B8F7AD439A76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56D6D709-AF7D-4620-B515-CE8061BEE91F}" type="pres">
      <dgm:prSet presAssocID="{3EDC4D3D-C32C-467E-9F43-B8F7AD439A76}" presName="descendantText" presStyleLbl="revTx" presStyleIdx="0" presStyleCnt="0">
        <dgm:presLayoutVars>
          <dgm:bulletEnabled/>
        </dgm:presLayoutVars>
      </dgm:prSet>
      <dgm:spPr/>
    </dgm:pt>
  </dgm:ptLst>
  <dgm:cxnLst>
    <dgm:cxn modelId="{C132D106-E28C-4F48-8585-B6C428681D94}" srcId="{F664506D-6ABB-481B-AF2B-3B108BFDE63E}" destId="{C60D4412-4D14-4477-8ABA-A76FEEABEF91}" srcOrd="5" destOrd="0" parTransId="{6933DBA3-0DDF-41D6-B572-7D17A13FFB1E}" sibTransId="{3E22D45F-D9FC-4375-A99D-39BF1C23E839}"/>
    <dgm:cxn modelId="{740DF006-4F06-49DE-8DBF-E729B0E04FAC}" type="presOf" srcId="{1EA39EDC-B39F-4870-BAC5-6D3273D02DF7}" destId="{56D6D709-AF7D-4620-B515-CE8061BEE91F}" srcOrd="0" destOrd="2" presId="urn:microsoft.com/office/officeart/2024/layout/VerticalActionList"/>
    <dgm:cxn modelId="{81CA4617-2449-4D42-BA8F-687254441AEC}" srcId="{F664506D-6ABB-481B-AF2B-3B108BFDE63E}" destId="{1C4FF5C9-E241-4BBC-9C8D-F9870D841664}" srcOrd="4" destOrd="0" parTransId="{FBD19B93-50FC-4B47-BE8E-060A2AA043B5}" sibTransId="{CFA928D1-AC10-45F2-B35B-B13EF80CF7C8}"/>
    <dgm:cxn modelId="{0AA7EF1E-6243-4289-BB5A-861AEC4B0BD3}" type="presOf" srcId="{AF4F9822-F67C-437C-8F8B-8E1BCCC7D85B}" destId="{E953BF5D-2222-4DF4-AE02-DC6807DE4A26}" srcOrd="0" destOrd="0" presId="urn:microsoft.com/office/officeart/2024/layout/VerticalActionList"/>
    <dgm:cxn modelId="{04C15B23-AC87-47C5-84EB-EBC02476AFD4}" type="presOf" srcId="{3EDC4D3D-C32C-467E-9F43-B8F7AD439A76}" destId="{D176D8A8-B2BA-4F23-88CF-9145164D9E1B}" srcOrd="0" destOrd="0" presId="urn:microsoft.com/office/officeart/2024/layout/VerticalActionList"/>
    <dgm:cxn modelId="{A66E9F26-C534-4E48-8AF6-37A9DD23C25E}" type="presOf" srcId="{1C4FF5C9-E241-4BBC-9C8D-F9870D841664}" destId="{CDD79045-C351-46DF-BCB1-7359478B73F8}" srcOrd="0" destOrd="4" presId="urn:microsoft.com/office/officeart/2024/layout/VerticalActionList"/>
    <dgm:cxn modelId="{D679592A-A15C-4A86-A247-D33EDC475FBA}" type="presOf" srcId="{3EDC4D3D-C32C-467E-9F43-B8F7AD439A76}" destId="{4F08BED1-2E4E-460A-840D-AF291942F8CA}" srcOrd="1" destOrd="0" presId="urn:microsoft.com/office/officeart/2024/layout/VerticalActionList"/>
    <dgm:cxn modelId="{433FBD2F-7328-4165-A965-F1A3B6CCF24E}" type="presOf" srcId="{0D40497A-597A-4157-ABE3-646E782C30E7}" destId="{56D6D709-AF7D-4620-B515-CE8061BEE91F}" srcOrd="0" destOrd="1" presId="urn:microsoft.com/office/officeart/2024/layout/VerticalActionList"/>
    <dgm:cxn modelId="{A9EDEE39-3DA8-413B-B2C1-CDF7AC862E08}" type="presOf" srcId="{C60D4412-4D14-4477-8ABA-A76FEEABEF91}" destId="{CDD79045-C351-46DF-BCB1-7359478B73F8}" srcOrd="0" destOrd="5" presId="urn:microsoft.com/office/officeart/2024/layout/VerticalActionList"/>
    <dgm:cxn modelId="{AE2C513A-11BE-401C-986F-2FAED0EFFFCC}" srcId="{F664506D-6ABB-481B-AF2B-3B108BFDE63E}" destId="{A8FAEBF5-F441-478F-B2F4-EF55C468ACBF}" srcOrd="3" destOrd="0" parTransId="{BFBA2A87-3AB3-4532-A4FE-9BD3EE1BEE7D}" sibTransId="{CCDF16E8-598A-49CC-8F28-61C1C8E33316}"/>
    <dgm:cxn modelId="{E1F44E40-B501-4CC1-8438-0709BABB31F3}" type="presOf" srcId="{1D1D87FF-C458-496C-91A5-A9B3F60C51EA}" destId="{CDD79045-C351-46DF-BCB1-7359478B73F8}" srcOrd="0" destOrd="1" presId="urn:microsoft.com/office/officeart/2024/layout/VerticalActionList"/>
    <dgm:cxn modelId="{CC14415E-92D9-4EBD-9A04-A43BD283160F}" srcId="{3EDC4D3D-C32C-467E-9F43-B8F7AD439A76}" destId="{27446183-BC28-4A93-B663-F3C66FA5EDFD}" srcOrd="0" destOrd="0" parTransId="{F16F5664-E66A-4330-BBDA-A8B1A8C22711}" sibTransId="{5D789D19-9EB2-47DA-80E6-1542601DE7C0}"/>
    <dgm:cxn modelId="{0C311860-0DEB-4C9D-AB4B-1A611DA063A8}" type="presOf" srcId="{F664506D-6ABB-481B-AF2B-3B108BFDE63E}" destId="{E8DCF397-DD3F-4ADC-B993-21247A74AF6F}" srcOrd="0" destOrd="0" presId="urn:microsoft.com/office/officeart/2024/layout/VerticalActionList"/>
    <dgm:cxn modelId="{806CDF46-03D6-470A-A97C-C7547E8CAA20}" type="presOf" srcId="{ED0F4EF4-C3DE-4368-8F8C-0532590055B5}" destId="{CDD79045-C351-46DF-BCB1-7359478B73F8}" srcOrd="0" destOrd="0" presId="urn:microsoft.com/office/officeart/2024/layout/VerticalActionList"/>
    <dgm:cxn modelId="{8BFAB84C-A395-4BA5-855F-88DA358B3DB0}" srcId="{3EDC4D3D-C32C-467E-9F43-B8F7AD439A76}" destId="{1EA39EDC-B39F-4870-BAC5-6D3273D02DF7}" srcOrd="2" destOrd="0" parTransId="{68E9341F-C78E-4E8B-8C86-B3DF92C9D30D}" sibTransId="{92A222DA-5147-4A00-9186-2383C5581772}"/>
    <dgm:cxn modelId="{C8A23E6F-8E72-4116-937E-2CE1146B0184}" srcId="{AF4F9822-F67C-437C-8F8B-8E1BCCC7D85B}" destId="{3EDC4D3D-C32C-467E-9F43-B8F7AD439A76}" srcOrd="1" destOrd="0" parTransId="{6471390C-1162-4AFD-8894-3BA328A29858}" sibTransId="{9546168A-2D40-416B-AD9B-32AB524F557A}"/>
    <dgm:cxn modelId="{25909255-DC5F-4C18-B8D1-0C66B1B28E96}" srcId="{AF4F9822-F67C-437C-8F8B-8E1BCCC7D85B}" destId="{F664506D-6ABB-481B-AF2B-3B108BFDE63E}" srcOrd="0" destOrd="0" parTransId="{DCF51928-820D-4694-9A8C-F1E26CC39056}" sibTransId="{3A30E89E-D0A7-473A-95A8-C68C2F44E9A9}"/>
    <dgm:cxn modelId="{45D05692-77AA-49C7-887F-F815371042D4}" type="presOf" srcId="{27446183-BC28-4A93-B663-F3C66FA5EDFD}" destId="{56D6D709-AF7D-4620-B515-CE8061BEE91F}" srcOrd="0" destOrd="0" presId="urn:microsoft.com/office/officeart/2024/layout/VerticalActionList"/>
    <dgm:cxn modelId="{51E1A594-0757-4A28-BC06-6174EB0626AB}" type="presOf" srcId="{F664506D-6ABB-481B-AF2B-3B108BFDE63E}" destId="{88BFBD60-6701-45CB-AED5-F44709E6AAF2}" srcOrd="1" destOrd="0" presId="urn:microsoft.com/office/officeart/2024/layout/VerticalActionList"/>
    <dgm:cxn modelId="{1A1DE897-E122-4AEE-882A-7B286AAB136D}" type="presOf" srcId="{495D8D65-3014-4BF0-B903-686C992BEC0E}" destId="{56D6D709-AF7D-4620-B515-CE8061BEE91F}" srcOrd="0" destOrd="3" presId="urn:microsoft.com/office/officeart/2024/layout/VerticalActionList"/>
    <dgm:cxn modelId="{5C54C598-AF0C-415C-B483-A6212EFFAEBE}" srcId="{F664506D-6ABB-481B-AF2B-3B108BFDE63E}" destId="{ED0F4EF4-C3DE-4368-8F8C-0532590055B5}" srcOrd="0" destOrd="0" parTransId="{D3037E3E-8902-4E9A-A449-C4E603334476}" sibTransId="{EDD0382B-806A-4CD7-A96F-5121818C978F}"/>
    <dgm:cxn modelId="{AAF773A2-36D3-4BE6-9703-8875A4C02184}" srcId="{F664506D-6ABB-481B-AF2B-3B108BFDE63E}" destId="{1D1D87FF-C458-496C-91A5-A9B3F60C51EA}" srcOrd="1" destOrd="0" parTransId="{5DFA0EC4-202A-4D72-A511-671C5B4D3498}" sibTransId="{63FDDD16-356F-4C36-941D-5CE7929B0302}"/>
    <dgm:cxn modelId="{BB8663AB-EABB-491F-96FB-8551CD39B2D6}" srcId="{F664506D-6ABB-481B-AF2B-3B108BFDE63E}" destId="{46E817FE-54C4-4288-927D-06BC7C1CFE7A}" srcOrd="2" destOrd="0" parTransId="{9938C475-3AD1-4856-8C6C-863D78ECE9F5}" sibTransId="{1AC67719-E07D-48E6-A3DC-A1F5919DF801}"/>
    <dgm:cxn modelId="{12818BBB-449D-440B-A4F0-E2A154AA2A41}" srcId="{3EDC4D3D-C32C-467E-9F43-B8F7AD439A76}" destId="{495D8D65-3014-4BF0-B903-686C992BEC0E}" srcOrd="3" destOrd="0" parTransId="{A146FD3D-32C7-4248-8868-D71C3D77EBB4}" sibTransId="{121BB0B4-8DFC-47B4-8BCD-D009B265731C}"/>
    <dgm:cxn modelId="{D273D1D2-673C-4653-A4FD-9285F876E63A}" type="presOf" srcId="{A8FAEBF5-F441-478F-B2F4-EF55C468ACBF}" destId="{CDD79045-C351-46DF-BCB1-7359478B73F8}" srcOrd="0" destOrd="3" presId="urn:microsoft.com/office/officeart/2024/layout/VerticalActionList"/>
    <dgm:cxn modelId="{EDF316E4-0221-4440-8B18-EACF65AFD76C}" type="presOf" srcId="{46E817FE-54C4-4288-927D-06BC7C1CFE7A}" destId="{CDD79045-C351-46DF-BCB1-7359478B73F8}" srcOrd="0" destOrd="2" presId="urn:microsoft.com/office/officeart/2024/layout/VerticalActionList"/>
    <dgm:cxn modelId="{F26D30ED-AEB8-43A4-998B-28EA43D1C5CA}" srcId="{3EDC4D3D-C32C-467E-9F43-B8F7AD439A76}" destId="{0D40497A-597A-4157-ABE3-646E782C30E7}" srcOrd="1" destOrd="0" parTransId="{87467CBA-37D3-4AD7-AF40-3C7A0833D96B}" sibTransId="{0549F3D1-D55F-4D7A-9914-340F09D00B1A}"/>
    <dgm:cxn modelId="{EF4CBCD6-4247-4BA8-9D4A-AA5582EBCCD8}" type="presParOf" srcId="{E953BF5D-2222-4DF4-AE02-DC6807DE4A26}" destId="{94CD8B24-0D7B-4400-ABF4-DA8BE4EF68B1}" srcOrd="0" destOrd="0" presId="urn:microsoft.com/office/officeart/2024/layout/VerticalActionList"/>
    <dgm:cxn modelId="{E02B14CE-F2BB-4002-897A-7890EC45B5D7}" type="presParOf" srcId="{94CD8B24-0D7B-4400-ABF4-DA8BE4EF68B1}" destId="{E8DCF397-DD3F-4ADC-B993-21247A74AF6F}" srcOrd="0" destOrd="0" presId="urn:microsoft.com/office/officeart/2024/layout/VerticalActionList"/>
    <dgm:cxn modelId="{DE00264A-9951-4EFE-AACC-3AEB4178CFEF}" type="presParOf" srcId="{94CD8B24-0D7B-4400-ABF4-DA8BE4EF68B1}" destId="{88BFBD60-6701-45CB-AED5-F44709E6AAF2}" srcOrd="1" destOrd="0" presId="urn:microsoft.com/office/officeart/2024/layout/VerticalActionList"/>
    <dgm:cxn modelId="{6C582CCB-2F9C-4074-AE36-FF07A5806C94}" type="presParOf" srcId="{94CD8B24-0D7B-4400-ABF4-DA8BE4EF68B1}" destId="{CDD79045-C351-46DF-BCB1-7359478B73F8}" srcOrd="2" destOrd="0" presId="urn:microsoft.com/office/officeart/2024/layout/VerticalActionList"/>
    <dgm:cxn modelId="{DA001A3A-D09E-4C9A-9E04-BEDAD4B59F29}" type="presParOf" srcId="{E953BF5D-2222-4DF4-AE02-DC6807DE4A26}" destId="{728F8C0D-C081-451A-B217-F048ECBD839B}" srcOrd="1" destOrd="0" presId="urn:microsoft.com/office/officeart/2024/layout/VerticalActionList"/>
    <dgm:cxn modelId="{CD082B07-28AC-41AC-BA83-6934A6100EF5}" type="presParOf" srcId="{E953BF5D-2222-4DF4-AE02-DC6807DE4A26}" destId="{E944E438-30AE-4B48-BAE3-8DC9461CAC17}" srcOrd="2" destOrd="0" presId="urn:microsoft.com/office/officeart/2024/layout/VerticalActionList"/>
    <dgm:cxn modelId="{D2C2EF61-8975-4114-8A9F-601CC5A6F1FD}" type="presParOf" srcId="{E944E438-30AE-4B48-BAE3-8DC9461CAC17}" destId="{D176D8A8-B2BA-4F23-88CF-9145164D9E1B}" srcOrd="0" destOrd="0" presId="urn:microsoft.com/office/officeart/2024/layout/VerticalActionList"/>
    <dgm:cxn modelId="{2B81D6A9-5260-46A0-ACEF-746145619ED8}" type="presParOf" srcId="{E944E438-30AE-4B48-BAE3-8DC9461CAC17}" destId="{4F08BED1-2E4E-460A-840D-AF291942F8CA}" srcOrd="1" destOrd="0" presId="urn:microsoft.com/office/officeart/2024/layout/VerticalActionList"/>
    <dgm:cxn modelId="{39542499-E84D-4420-AF5F-90A9B14D656C}" type="presParOf" srcId="{E944E438-30AE-4B48-BAE3-8DC9461CAC17}" destId="{56D6D709-AF7D-4620-B515-CE8061BEE91F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866597-3668-4ED6-9589-17855E804EEE}" type="doc">
      <dgm:prSet loTypeId="urn:microsoft.com/office/officeart/2005/8/layout/vList2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734A947D-24AB-4CD2-989E-CAC92A9F0587}">
      <dgm:prSet phldrT="[Text]" phldr="0"/>
      <dgm:spPr/>
      <dgm:t>
        <a:bodyPr/>
        <a:lstStyle/>
        <a:p>
          <a:r>
            <a:rPr lang="en-IN" dirty="0"/>
            <a:t>CHALLENGES</a:t>
          </a:r>
        </a:p>
      </dgm:t>
    </dgm:pt>
    <dgm:pt modelId="{FE9FDFA0-369A-4DBA-A6D2-BABD495B4CF8}" type="parTrans" cxnId="{DD9C722C-6C8F-437E-AE5B-24A61FDF1D8C}">
      <dgm:prSet/>
      <dgm:spPr/>
      <dgm:t>
        <a:bodyPr/>
        <a:lstStyle/>
        <a:p>
          <a:endParaRPr lang="en-IN"/>
        </a:p>
      </dgm:t>
    </dgm:pt>
    <dgm:pt modelId="{453277D3-0AD1-4DD8-98C2-226A79E9DA1B}" type="sibTrans" cxnId="{DD9C722C-6C8F-437E-AE5B-24A61FDF1D8C}">
      <dgm:prSet/>
      <dgm:spPr/>
      <dgm:t>
        <a:bodyPr/>
        <a:lstStyle/>
        <a:p>
          <a:endParaRPr lang="en-IN"/>
        </a:p>
      </dgm:t>
    </dgm:pt>
    <dgm:pt modelId="{C872A8E6-F218-4F38-AD04-36572BF30A99}">
      <dgm:prSet phldrT="[Text]" phldr="0"/>
      <dgm:spPr/>
      <dgm:t>
        <a:bodyPr/>
        <a:lstStyle/>
        <a:p>
          <a:r>
            <a:rPr lang="en-IN" dirty="0"/>
            <a:t>SOLUTION</a:t>
          </a:r>
        </a:p>
      </dgm:t>
    </dgm:pt>
    <dgm:pt modelId="{B4BE3B19-A549-44B0-9D01-661960BCB356}" type="parTrans" cxnId="{B53A418D-EFEA-421B-89AF-63A8940AC477}">
      <dgm:prSet/>
      <dgm:spPr/>
      <dgm:t>
        <a:bodyPr/>
        <a:lstStyle/>
        <a:p>
          <a:endParaRPr lang="en-IN"/>
        </a:p>
      </dgm:t>
    </dgm:pt>
    <dgm:pt modelId="{7D72B8CA-576B-4211-9C34-64EC260DA2F5}" type="sibTrans" cxnId="{B53A418D-EFEA-421B-89AF-63A8940AC477}">
      <dgm:prSet/>
      <dgm:spPr/>
      <dgm:t>
        <a:bodyPr/>
        <a:lstStyle/>
        <a:p>
          <a:endParaRPr lang="en-IN"/>
        </a:p>
      </dgm:t>
    </dgm:pt>
    <dgm:pt modelId="{EFE5E4F9-3DDD-4CA7-BB82-5D01C5430498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Voice-first interaction + simple UI</a:t>
          </a:r>
        </a:p>
      </dgm:t>
    </dgm:pt>
    <dgm:pt modelId="{C68A7D74-CEEC-4711-9750-3963AEC07C23}" type="parTrans" cxnId="{3528459C-EB25-41C2-B445-3794BB303C7D}">
      <dgm:prSet/>
      <dgm:spPr/>
      <dgm:t>
        <a:bodyPr/>
        <a:lstStyle/>
        <a:p>
          <a:endParaRPr lang="en-IN"/>
        </a:p>
      </dgm:t>
    </dgm:pt>
    <dgm:pt modelId="{C04C6410-7676-43A8-94CF-CBF27F7B8687}" type="sibTrans" cxnId="{3528459C-EB25-41C2-B445-3794BB303C7D}">
      <dgm:prSet/>
      <dgm:spPr/>
      <dgm:t>
        <a:bodyPr/>
        <a:lstStyle/>
        <a:p>
          <a:endParaRPr lang="en-IN"/>
        </a:p>
      </dgm:t>
    </dgm:pt>
    <dgm:pt modelId="{E314ECA8-98D7-4F26-8AE2-2F9976B2B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Limited digital literacy	</a:t>
          </a:r>
        </a:p>
      </dgm:t>
    </dgm:pt>
    <dgm:pt modelId="{0A3FEA57-77AB-4D54-9B01-94A3B53747D7}" type="parTrans" cxnId="{35CD8672-D1B6-4DC3-8B54-843C62447869}">
      <dgm:prSet/>
      <dgm:spPr/>
      <dgm:t>
        <a:bodyPr/>
        <a:lstStyle/>
        <a:p>
          <a:endParaRPr lang="en-IN"/>
        </a:p>
      </dgm:t>
    </dgm:pt>
    <dgm:pt modelId="{E1092D9C-B2B4-4B09-B7F2-39B910035443}" type="sibTrans" cxnId="{35CD8672-D1B6-4DC3-8B54-843C62447869}">
      <dgm:prSet/>
      <dgm:spPr/>
      <dgm:t>
        <a:bodyPr/>
        <a:lstStyle/>
        <a:p>
          <a:endParaRPr lang="en-IN"/>
        </a:p>
      </dgm:t>
    </dgm:pt>
    <dgm:pt modelId="{E6226582-1E16-46FE-BB15-4EFDD2EAA9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Regional language barrier	</a:t>
          </a:r>
        </a:p>
      </dgm:t>
    </dgm:pt>
    <dgm:pt modelId="{FBFA6A3A-5B27-4C6D-80C2-D8F87C128FFB}" type="parTrans" cxnId="{16FCA7F9-4A75-4C38-AB88-7CCADC317EA3}">
      <dgm:prSet/>
      <dgm:spPr/>
      <dgm:t>
        <a:bodyPr/>
        <a:lstStyle/>
        <a:p>
          <a:endParaRPr lang="en-IN"/>
        </a:p>
      </dgm:t>
    </dgm:pt>
    <dgm:pt modelId="{3EFFB9F2-5BEF-470A-AC67-BCCC10EB4819}" type="sibTrans" cxnId="{16FCA7F9-4A75-4C38-AB88-7CCADC317EA3}">
      <dgm:prSet/>
      <dgm:spPr/>
      <dgm:t>
        <a:bodyPr/>
        <a:lstStyle/>
        <a:p>
          <a:endParaRPr lang="en-IN"/>
        </a:p>
      </dgm:t>
    </dgm:pt>
    <dgm:pt modelId="{A1CA5E33-515A-4279-B1CE-09E1B84607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Poor product photographs</a:t>
          </a:r>
        </a:p>
      </dgm:t>
    </dgm:pt>
    <dgm:pt modelId="{50E3E995-9734-435D-B737-7E7D725D35DD}" type="parTrans" cxnId="{712DC4C8-C4E5-46BA-A446-FBC45BB469E8}">
      <dgm:prSet/>
      <dgm:spPr/>
      <dgm:t>
        <a:bodyPr/>
        <a:lstStyle/>
        <a:p>
          <a:endParaRPr lang="en-IN"/>
        </a:p>
      </dgm:t>
    </dgm:pt>
    <dgm:pt modelId="{D7D5B4E5-242F-4606-A7FA-22A7E1E4E1BF}" type="sibTrans" cxnId="{712DC4C8-C4E5-46BA-A446-FBC45BB469E8}">
      <dgm:prSet/>
      <dgm:spPr/>
      <dgm:t>
        <a:bodyPr/>
        <a:lstStyle/>
        <a:p>
          <a:endParaRPr lang="en-IN"/>
        </a:p>
      </dgm:t>
    </dgm:pt>
    <dgm:pt modelId="{C1E02E95-34C8-4665-A95C-900B5E7A3BB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Difficulty writing descriptions</a:t>
          </a:r>
        </a:p>
      </dgm:t>
    </dgm:pt>
    <dgm:pt modelId="{1E11478D-3807-4498-AC45-1388534E705A}" type="parTrans" cxnId="{BF3E1990-63E3-4F6A-9A95-B9EA2F4EAEAC}">
      <dgm:prSet/>
      <dgm:spPr/>
      <dgm:t>
        <a:bodyPr/>
        <a:lstStyle/>
        <a:p>
          <a:endParaRPr lang="en-IN"/>
        </a:p>
      </dgm:t>
    </dgm:pt>
    <dgm:pt modelId="{A42FB234-9B0A-4A69-B85A-7DC76923F505}" type="sibTrans" cxnId="{BF3E1990-63E3-4F6A-9A95-B9EA2F4EAEAC}">
      <dgm:prSet/>
      <dgm:spPr/>
      <dgm:t>
        <a:bodyPr/>
        <a:lstStyle/>
        <a:p>
          <a:endParaRPr lang="en-IN"/>
        </a:p>
      </dgm:t>
    </dgm:pt>
    <dgm:pt modelId="{2AE18CD8-C1CF-4D4D-ADA9-B4F2C3831B0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Lack of pricing knowledge</a:t>
          </a:r>
        </a:p>
      </dgm:t>
    </dgm:pt>
    <dgm:pt modelId="{C41DA552-DE0C-4794-B5E7-A02BC700246B}" type="parTrans" cxnId="{CFC2CADD-96B9-455B-B5F8-9ADBDBAD88DF}">
      <dgm:prSet/>
      <dgm:spPr/>
      <dgm:t>
        <a:bodyPr/>
        <a:lstStyle/>
        <a:p>
          <a:endParaRPr lang="en-IN"/>
        </a:p>
      </dgm:t>
    </dgm:pt>
    <dgm:pt modelId="{5A981610-96D6-4FB8-8BC7-BBC1E839D438}" type="sibTrans" cxnId="{CFC2CADD-96B9-455B-B5F8-9ADBDBAD88DF}">
      <dgm:prSet/>
      <dgm:spPr/>
      <dgm:t>
        <a:bodyPr/>
        <a:lstStyle/>
        <a:p>
          <a:endParaRPr lang="en-IN"/>
        </a:p>
      </dgm:t>
    </dgm:pt>
    <dgm:pt modelId="{BC76E963-799D-436C-9FF4-A6E34719FE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Limited product innovation</a:t>
          </a:r>
        </a:p>
      </dgm:t>
    </dgm:pt>
    <dgm:pt modelId="{EC5DADE6-0591-489B-A2A6-9FFEC6F07737}" type="parTrans" cxnId="{EEC04F0B-4887-4053-BFEC-44F74ACB2535}">
      <dgm:prSet/>
      <dgm:spPr/>
      <dgm:t>
        <a:bodyPr/>
        <a:lstStyle/>
        <a:p>
          <a:endParaRPr lang="en-IN"/>
        </a:p>
      </dgm:t>
    </dgm:pt>
    <dgm:pt modelId="{C7E8CE18-B531-4DF5-BF2B-DCA35B811453}" type="sibTrans" cxnId="{EEC04F0B-4887-4053-BFEC-44F74ACB2535}">
      <dgm:prSet/>
      <dgm:spPr/>
      <dgm:t>
        <a:bodyPr/>
        <a:lstStyle/>
        <a:p>
          <a:endParaRPr lang="en-IN"/>
        </a:p>
      </dgm:t>
    </dgm:pt>
    <dgm:pt modelId="{742BE443-8FF5-460D-821B-C6A093E11C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Dependence on a single marketplace	</a:t>
          </a:r>
        </a:p>
      </dgm:t>
    </dgm:pt>
    <dgm:pt modelId="{605E6085-D9DA-4C05-882B-3355F840C0B0}" type="parTrans" cxnId="{76A80437-E4D5-4CDC-B257-917234F1E5B6}">
      <dgm:prSet/>
      <dgm:spPr/>
      <dgm:t>
        <a:bodyPr/>
        <a:lstStyle/>
        <a:p>
          <a:endParaRPr lang="en-IN"/>
        </a:p>
      </dgm:t>
    </dgm:pt>
    <dgm:pt modelId="{E8A1F1D1-9FE0-4607-8D2C-61EBBCEDC873}" type="sibTrans" cxnId="{76A80437-E4D5-4CDC-B257-917234F1E5B6}">
      <dgm:prSet/>
      <dgm:spPr/>
      <dgm:t>
        <a:bodyPr/>
        <a:lstStyle/>
        <a:p>
          <a:endParaRPr lang="en-IN"/>
        </a:p>
      </dgm:t>
    </dgm:pt>
    <dgm:pt modelId="{5105CCDA-AC42-4C0C-9807-FBE1A2DF91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Low internet / computing resources</a:t>
          </a:r>
        </a:p>
      </dgm:t>
    </dgm:pt>
    <dgm:pt modelId="{21AA951E-0FE5-4BB8-AA68-1E7146E84A9E}" type="parTrans" cxnId="{266BD31F-A99D-4214-900A-2F4112429D62}">
      <dgm:prSet/>
      <dgm:spPr/>
      <dgm:t>
        <a:bodyPr/>
        <a:lstStyle/>
        <a:p>
          <a:endParaRPr lang="en-IN"/>
        </a:p>
      </dgm:t>
    </dgm:pt>
    <dgm:pt modelId="{DFA2E905-FF53-4B0C-BFF3-F7B57CD2BD59}" type="sibTrans" cxnId="{266BD31F-A99D-4214-900A-2F4112429D62}">
      <dgm:prSet/>
      <dgm:spPr/>
      <dgm:t>
        <a:bodyPr/>
        <a:lstStyle/>
        <a:p>
          <a:endParaRPr lang="en-IN"/>
        </a:p>
      </dgm:t>
    </dgm:pt>
    <dgm:pt modelId="{7EE66E70-3635-4CAF-99D5-5C7653270B3C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Multilingual speech and translation</a:t>
          </a:r>
        </a:p>
      </dgm:t>
    </dgm:pt>
    <dgm:pt modelId="{13C29EE4-55E6-44B2-AAA8-2DAFFB956E11}" type="parTrans" cxnId="{5354352F-B81A-46EE-AC55-4A4AC2F54606}">
      <dgm:prSet/>
      <dgm:spPr/>
      <dgm:t>
        <a:bodyPr/>
        <a:lstStyle/>
        <a:p>
          <a:endParaRPr lang="en-IN"/>
        </a:p>
      </dgm:t>
    </dgm:pt>
    <dgm:pt modelId="{258BE576-D4C9-4E04-BC29-BCD44AF99CB9}" type="sibTrans" cxnId="{5354352F-B81A-46EE-AC55-4A4AC2F54606}">
      <dgm:prSet/>
      <dgm:spPr/>
      <dgm:t>
        <a:bodyPr/>
        <a:lstStyle/>
        <a:p>
          <a:endParaRPr lang="en-IN"/>
        </a:p>
      </dgm:t>
    </dgm:pt>
    <dgm:pt modelId="{7D255AE5-47B9-4A0D-ACD2-8FACDD8F82AD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AI Product Studio</a:t>
          </a:r>
        </a:p>
      </dgm:t>
    </dgm:pt>
    <dgm:pt modelId="{D88085D8-1CE9-4A7F-8E2B-7B97F4F6D2CB}" type="parTrans" cxnId="{05F154F8-109F-4C88-B6A2-BBCE8DF16FBD}">
      <dgm:prSet/>
      <dgm:spPr/>
      <dgm:t>
        <a:bodyPr/>
        <a:lstStyle/>
        <a:p>
          <a:endParaRPr lang="en-IN"/>
        </a:p>
      </dgm:t>
    </dgm:pt>
    <dgm:pt modelId="{2DC6EC67-1A88-4193-A0B0-ECE292F91CDE}" type="sibTrans" cxnId="{05F154F8-109F-4C88-B6A2-BBCE8DF16FBD}">
      <dgm:prSet/>
      <dgm:spPr/>
      <dgm:t>
        <a:bodyPr/>
        <a:lstStyle/>
        <a:p>
          <a:endParaRPr lang="en-IN"/>
        </a:p>
      </dgm:t>
    </dgm:pt>
    <dgm:pt modelId="{3DD35754-DEC1-44DD-A194-8B104DA19CF3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Automatic catalog generation</a:t>
          </a:r>
        </a:p>
      </dgm:t>
    </dgm:pt>
    <dgm:pt modelId="{5F5C491D-093D-4195-92B4-6C2606C17758}" type="parTrans" cxnId="{2F0A0E22-B665-416E-B91A-47E83053706D}">
      <dgm:prSet/>
      <dgm:spPr/>
      <dgm:t>
        <a:bodyPr/>
        <a:lstStyle/>
        <a:p>
          <a:endParaRPr lang="en-IN"/>
        </a:p>
      </dgm:t>
    </dgm:pt>
    <dgm:pt modelId="{A00A6BC8-3EA0-4AA8-A88E-23305A926DF3}" type="sibTrans" cxnId="{2F0A0E22-B665-416E-B91A-47E83053706D}">
      <dgm:prSet/>
      <dgm:spPr/>
      <dgm:t>
        <a:bodyPr/>
        <a:lstStyle/>
        <a:p>
          <a:endParaRPr lang="en-IN"/>
        </a:p>
      </dgm:t>
    </dgm:pt>
    <dgm:pt modelId="{6031488E-85E0-4AB6-9640-A9B54BE842CE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Explainable fair-price engine</a:t>
          </a:r>
        </a:p>
      </dgm:t>
    </dgm:pt>
    <dgm:pt modelId="{22D389F2-3B13-413A-830E-A4E825A12529}" type="parTrans" cxnId="{6403B35F-9A4A-4BD8-92DE-42BB420DA6D3}">
      <dgm:prSet/>
      <dgm:spPr/>
      <dgm:t>
        <a:bodyPr/>
        <a:lstStyle/>
        <a:p>
          <a:endParaRPr lang="en-IN"/>
        </a:p>
      </dgm:t>
    </dgm:pt>
    <dgm:pt modelId="{AD1DFC58-5355-4417-B1AD-7988FDF6C847}" type="sibTrans" cxnId="{6403B35F-9A4A-4BD8-92DE-42BB420DA6D3}">
      <dgm:prSet/>
      <dgm:spPr/>
      <dgm:t>
        <a:bodyPr/>
        <a:lstStyle/>
        <a:p>
          <a:endParaRPr lang="en-IN"/>
        </a:p>
      </dgm:t>
    </dgm:pt>
    <dgm:pt modelId="{37658125-84CA-444C-80AC-26D259417542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Raw Material → Product Ideas</a:t>
          </a:r>
        </a:p>
      </dgm:t>
    </dgm:pt>
    <dgm:pt modelId="{00F86F39-45A5-494E-9260-2220B7FB5E82}" type="parTrans" cxnId="{6F5FBB95-739B-4E15-846D-84C5D7596399}">
      <dgm:prSet/>
      <dgm:spPr/>
      <dgm:t>
        <a:bodyPr/>
        <a:lstStyle/>
        <a:p>
          <a:endParaRPr lang="en-IN"/>
        </a:p>
      </dgm:t>
    </dgm:pt>
    <dgm:pt modelId="{EB91881A-B018-46CE-BDD5-B94F7E3F68E2}" type="sibTrans" cxnId="{6F5FBB95-739B-4E15-846D-84C5D7596399}">
      <dgm:prSet/>
      <dgm:spPr/>
      <dgm:t>
        <a:bodyPr/>
        <a:lstStyle/>
        <a:p>
          <a:endParaRPr lang="en-IN"/>
        </a:p>
      </dgm:t>
    </dgm:pt>
    <dgm:pt modelId="{A31B03CA-400D-4C67-B113-4DAC7C047BDA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Marketplace adapter architecture</a:t>
          </a:r>
        </a:p>
      </dgm:t>
    </dgm:pt>
    <dgm:pt modelId="{DD70F617-1928-43D3-88FB-C1A5C7A51E8E}" type="parTrans" cxnId="{89839CE9-A89F-42ED-B55C-C714B79A1893}">
      <dgm:prSet/>
      <dgm:spPr/>
      <dgm:t>
        <a:bodyPr/>
        <a:lstStyle/>
        <a:p>
          <a:endParaRPr lang="en-IN"/>
        </a:p>
      </dgm:t>
    </dgm:pt>
    <dgm:pt modelId="{B97B1EF9-A4B4-4B22-A758-6C86207384A3}" type="sibTrans" cxnId="{89839CE9-A89F-42ED-B55C-C714B79A1893}">
      <dgm:prSet/>
      <dgm:spPr/>
      <dgm:t>
        <a:bodyPr/>
        <a:lstStyle/>
        <a:p>
          <a:endParaRPr lang="en-IN"/>
        </a:p>
      </dgm:t>
    </dgm:pt>
    <dgm:pt modelId="{EF6EBCDB-F93D-4A2B-ACC5-8B5D0BA6271E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Lightweight/local AI where possible</a:t>
          </a:r>
        </a:p>
      </dgm:t>
    </dgm:pt>
    <dgm:pt modelId="{439D0E9E-DB3C-4104-8C8C-AF9F2C6B7E27}" type="parTrans" cxnId="{7C3DF515-1866-47E1-8F8A-60A0DA22C971}">
      <dgm:prSet/>
      <dgm:spPr/>
      <dgm:t>
        <a:bodyPr/>
        <a:lstStyle/>
        <a:p>
          <a:endParaRPr lang="en-IN"/>
        </a:p>
      </dgm:t>
    </dgm:pt>
    <dgm:pt modelId="{4DEFFF2A-12F8-4AB1-ACF0-834888AD3374}" type="sibTrans" cxnId="{7C3DF515-1866-47E1-8F8A-60A0DA22C971}">
      <dgm:prSet/>
      <dgm:spPr/>
      <dgm:t>
        <a:bodyPr/>
        <a:lstStyle/>
        <a:p>
          <a:endParaRPr lang="en-IN"/>
        </a:p>
      </dgm:t>
    </dgm:pt>
    <dgm:pt modelId="{AC71BB87-CDEE-43EA-942E-ED485B9B7CD8}" type="pres">
      <dgm:prSet presAssocID="{2D866597-3668-4ED6-9589-17855E804EEE}" presName="linear" presStyleCnt="0">
        <dgm:presLayoutVars>
          <dgm:animLvl val="lvl"/>
          <dgm:resizeHandles val="exact"/>
        </dgm:presLayoutVars>
      </dgm:prSet>
      <dgm:spPr/>
    </dgm:pt>
    <dgm:pt modelId="{DB9D5AEE-E0F1-44D0-B391-17054DCD0254}" type="pres">
      <dgm:prSet presAssocID="{734A947D-24AB-4CD2-989E-CAC92A9F05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8D747B-4D58-4C60-BD26-ED2A8494C5EB}" type="pres">
      <dgm:prSet presAssocID="{734A947D-24AB-4CD2-989E-CAC92A9F0587}" presName="childText" presStyleLbl="revTx" presStyleIdx="0" presStyleCnt="2">
        <dgm:presLayoutVars>
          <dgm:bulletEnabled val="1"/>
        </dgm:presLayoutVars>
      </dgm:prSet>
      <dgm:spPr/>
    </dgm:pt>
    <dgm:pt modelId="{8F349B92-4266-4383-905F-EFF324F869D9}" type="pres">
      <dgm:prSet presAssocID="{C872A8E6-F218-4F38-AD04-36572BF30A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51D61BB-E075-402B-9E3A-FAEBD8FDE697}" type="pres">
      <dgm:prSet presAssocID="{C872A8E6-F218-4F38-AD04-36572BF30A9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0EAD007-23C1-4D7F-919E-D5B46210ED64}" type="presOf" srcId="{A1CA5E33-515A-4279-B1CE-09E1B846070E}" destId="{958D747B-4D58-4C60-BD26-ED2A8494C5EB}" srcOrd="0" destOrd="2" presId="urn:microsoft.com/office/officeart/2005/8/layout/vList2"/>
    <dgm:cxn modelId="{EEC04F0B-4887-4053-BFEC-44F74ACB2535}" srcId="{734A947D-24AB-4CD2-989E-CAC92A9F0587}" destId="{BC76E963-799D-436C-9FF4-A6E34719FE93}" srcOrd="5" destOrd="0" parTransId="{EC5DADE6-0591-489B-A2A6-9FFEC6F07737}" sibTransId="{C7E8CE18-B531-4DF5-BF2B-DCA35B811453}"/>
    <dgm:cxn modelId="{ACE8C711-94CA-403A-83AC-3254BDC01504}" type="presOf" srcId="{C872A8E6-F218-4F38-AD04-36572BF30A99}" destId="{8F349B92-4266-4383-905F-EFF324F869D9}" srcOrd="0" destOrd="0" presId="urn:microsoft.com/office/officeart/2005/8/layout/vList2"/>
    <dgm:cxn modelId="{1B72D112-BAB5-4263-944D-4C8A9ED9928F}" type="presOf" srcId="{7D255AE5-47B9-4A0D-ACD2-8FACDD8F82AD}" destId="{651D61BB-E075-402B-9E3A-FAEBD8FDE697}" srcOrd="0" destOrd="2" presId="urn:microsoft.com/office/officeart/2005/8/layout/vList2"/>
    <dgm:cxn modelId="{7C3DF515-1866-47E1-8F8A-60A0DA22C971}" srcId="{C872A8E6-F218-4F38-AD04-36572BF30A99}" destId="{EF6EBCDB-F93D-4A2B-ACC5-8B5D0BA6271E}" srcOrd="7" destOrd="0" parTransId="{439D0E9E-DB3C-4104-8C8C-AF9F2C6B7E27}" sibTransId="{4DEFFF2A-12F8-4AB1-ACF0-834888AD3374}"/>
    <dgm:cxn modelId="{6D4F671C-2B8A-4D52-AC2F-66A0657ADD10}" type="presOf" srcId="{3DD35754-DEC1-44DD-A194-8B104DA19CF3}" destId="{651D61BB-E075-402B-9E3A-FAEBD8FDE697}" srcOrd="0" destOrd="3" presId="urn:microsoft.com/office/officeart/2005/8/layout/vList2"/>
    <dgm:cxn modelId="{5DEEF01C-278C-4056-93F8-13EC44D5E317}" type="presOf" srcId="{EFE5E4F9-3DDD-4CA7-BB82-5D01C5430498}" destId="{651D61BB-E075-402B-9E3A-FAEBD8FDE697}" srcOrd="0" destOrd="0" presId="urn:microsoft.com/office/officeart/2005/8/layout/vList2"/>
    <dgm:cxn modelId="{266BD31F-A99D-4214-900A-2F4112429D62}" srcId="{734A947D-24AB-4CD2-989E-CAC92A9F0587}" destId="{5105CCDA-AC42-4C0C-9807-FBE1A2DF916D}" srcOrd="7" destOrd="0" parTransId="{21AA951E-0FE5-4BB8-AA68-1E7146E84A9E}" sibTransId="{DFA2E905-FF53-4B0C-BFF3-F7B57CD2BD59}"/>
    <dgm:cxn modelId="{2F0A0E22-B665-416E-B91A-47E83053706D}" srcId="{C872A8E6-F218-4F38-AD04-36572BF30A99}" destId="{3DD35754-DEC1-44DD-A194-8B104DA19CF3}" srcOrd="3" destOrd="0" parTransId="{5F5C491D-093D-4195-92B4-6C2606C17758}" sibTransId="{A00A6BC8-3EA0-4AA8-A88E-23305A926DF3}"/>
    <dgm:cxn modelId="{16D8C422-C858-43AC-9D7D-45CFA322CF4F}" type="presOf" srcId="{2D866597-3668-4ED6-9589-17855E804EEE}" destId="{AC71BB87-CDEE-43EA-942E-ED485B9B7CD8}" srcOrd="0" destOrd="0" presId="urn:microsoft.com/office/officeart/2005/8/layout/vList2"/>
    <dgm:cxn modelId="{192F1129-8474-418B-AD6D-70188D2B9220}" type="presOf" srcId="{C1E02E95-34C8-4665-A95C-900B5E7A3BB3}" destId="{958D747B-4D58-4C60-BD26-ED2A8494C5EB}" srcOrd="0" destOrd="3" presId="urn:microsoft.com/office/officeart/2005/8/layout/vList2"/>
    <dgm:cxn modelId="{DD9C722C-6C8F-437E-AE5B-24A61FDF1D8C}" srcId="{2D866597-3668-4ED6-9589-17855E804EEE}" destId="{734A947D-24AB-4CD2-989E-CAC92A9F0587}" srcOrd="0" destOrd="0" parTransId="{FE9FDFA0-369A-4DBA-A6D2-BABD495B4CF8}" sibTransId="{453277D3-0AD1-4DD8-98C2-226A79E9DA1B}"/>
    <dgm:cxn modelId="{443C7F2D-54BF-47CC-808A-F3D5642FE134}" type="presOf" srcId="{E314ECA8-98D7-4F26-8AE2-2F9976B2B37E}" destId="{958D747B-4D58-4C60-BD26-ED2A8494C5EB}" srcOrd="0" destOrd="0" presId="urn:microsoft.com/office/officeart/2005/8/layout/vList2"/>
    <dgm:cxn modelId="{5354352F-B81A-46EE-AC55-4A4AC2F54606}" srcId="{C872A8E6-F218-4F38-AD04-36572BF30A99}" destId="{7EE66E70-3635-4CAF-99D5-5C7653270B3C}" srcOrd="1" destOrd="0" parTransId="{13C29EE4-55E6-44B2-AAA8-2DAFFB956E11}" sibTransId="{258BE576-D4C9-4E04-BC29-BCD44AF99CB9}"/>
    <dgm:cxn modelId="{76A80437-E4D5-4CDC-B257-917234F1E5B6}" srcId="{734A947D-24AB-4CD2-989E-CAC92A9F0587}" destId="{742BE443-8FF5-460D-821B-C6A093E11CA0}" srcOrd="6" destOrd="0" parTransId="{605E6085-D9DA-4C05-882B-3355F840C0B0}" sibTransId="{E8A1F1D1-9FE0-4607-8D2C-61EBBCEDC873}"/>
    <dgm:cxn modelId="{6403B35F-9A4A-4BD8-92DE-42BB420DA6D3}" srcId="{C872A8E6-F218-4F38-AD04-36572BF30A99}" destId="{6031488E-85E0-4AB6-9640-A9B54BE842CE}" srcOrd="4" destOrd="0" parTransId="{22D389F2-3B13-413A-830E-A4E825A12529}" sibTransId="{AD1DFC58-5355-4417-B1AD-7988FDF6C847}"/>
    <dgm:cxn modelId="{526E7B68-BFE6-4D24-83FD-70F017ED50CD}" type="presOf" srcId="{6031488E-85E0-4AB6-9640-A9B54BE842CE}" destId="{651D61BB-E075-402B-9E3A-FAEBD8FDE697}" srcOrd="0" destOrd="4" presId="urn:microsoft.com/office/officeart/2005/8/layout/vList2"/>
    <dgm:cxn modelId="{35CD8672-D1B6-4DC3-8B54-843C62447869}" srcId="{734A947D-24AB-4CD2-989E-CAC92A9F0587}" destId="{E314ECA8-98D7-4F26-8AE2-2F9976B2B37E}" srcOrd="0" destOrd="0" parTransId="{0A3FEA57-77AB-4D54-9B01-94A3B53747D7}" sibTransId="{E1092D9C-B2B4-4B09-B7F2-39B910035443}"/>
    <dgm:cxn modelId="{79353F85-C9B7-4257-9949-4124F4494B4E}" type="presOf" srcId="{EF6EBCDB-F93D-4A2B-ACC5-8B5D0BA6271E}" destId="{651D61BB-E075-402B-9E3A-FAEBD8FDE697}" srcOrd="0" destOrd="7" presId="urn:microsoft.com/office/officeart/2005/8/layout/vList2"/>
    <dgm:cxn modelId="{B53A418D-EFEA-421B-89AF-63A8940AC477}" srcId="{2D866597-3668-4ED6-9589-17855E804EEE}" destId="{C872A8E6-F218-4F38-AD04-36572BF30A99}" srcOrd="1" destOrd="0" parTransId="{B4BE3B19-A549-44B0-9D01-661960BCB356}" sibTransId="{7D72B8CA-576B-4211-9C34-64EC260DA2F5}"/>
    <dgm:cxn modelId="{8030438F-23C9-43DF-AFAB-7FE878FA927C}" type="presOf" srcId="{5105CCDA-AC42-4C0C-9807-FBE1A2DF916D}" destId="{958D747B-4D58-4C60-BD26-ED2A8494C5EB}" srcOrd="0" destOrd="7" presId="urn:microsoft.com/office/officeart/2005/8/layout/vList2"/>
    <dgm:cxn modelId="{BF3E1990-63E3-4F6A-9A95-B9EA2F4EAEAC}" srcId="{734A947D-24AB-4CD2-989E-CAC92A9F0587}" destId="{C1E02E95-34C8-4665-A95C-900B5E7A3BB3}" srcOrd="3" destOrd="0" parTransId="{1E11478D-3807-4498-AC45-1388534E705A}" sibTransId="{A42FB234-9B0A-4A69-B85A-7DC76923F505}"/>
    <dgm:cxn modelId="{6F5FBB95-739B-4E15-846D-84C5D7596399}" srcId="{C872A8E6-F218-4F38-AD04-36572BF30A99}" destId="{37658125-84CA-444C-80AC-26D259417542}" srcOrd="5" destOrd="0" parTransId="{00F86F39-45A5-494E-9260-2220B7FB5E82}" sibTransId="{EB91881A-B018-46CE-BDD5-B94F7E3F68E2}"/>
    <dgm:cxn modelId="{3528459C-EB25-41C2-B445-3794BB303C7D}" srcId="{C872A8E6-F218-4F38-AD04-36572BF30A99}" destId="{EFE5E4F9-3DDD-4CA7-BB82-5D01C5430498}" srcOrd="0" destOrd="0" parTransId="{C68A7D74-CEEC-4711-9750-3963AEC07C23}" sibTransId="{C04C6410-7676-43A8-94CF-CBF27F7B8687}"/>
    <dgm:cxn modelId="{18227FA8-B597-4C64-9DF9-0C9089F22F5F}" type="presOf" srcId="{A31B03CA-400D-4C67-B113-4DAC7C047BDA}" destId="{651D61BB-E075-402B-9E3A-FAEBD8FDE697}" srcOrd="0" destOrd="6" presId="urn:microsoft.com/office/officeart/2005/8/layout/vList2"/>
    <dgm:cxn modelId="{712DC4C8-C4E5-46BA-A446-FBC45BB469E8}" srcId="{734A947D-24AB-4CD2-989E-CAC92A9F0587}" destId="{A1CA5E33-515A-4279-B1CE-09E1B846070E}" srcOrd="2" destOrd="0" parTransId="{50E3E995-9734-435D-B737-7E7D725D35DD}" sibTransId="{D7D5B4E5-242F-4606-A7FA-22A7E1E4E1BF}"/>
    <dgm:cxn modelId="{EE4FE9D1-8693-4924-BF12-A46B7FDB5353}" type="presOf" srcId="{BC76E963-799D-436C-9FF4-A6E34719FE93}" destId="{958D747B-4D58-4C60-BD26-ED2A8494C5EB}" srcOrd="0" destOrd="5" presId="urn:microsoft.com/office/officeart/2005/8/layout/vList2"/>
    <dgm:cxn modelId="{CFC2CADD-96B9-455B-B5F8-9ADBDBAD88DF}" srcId="{734A947D-24AB-4CD2-989E-CAC92A9F0587}" destId="{2AE18CD8-C1CF-4D4D-ADA9-B4F2C3831B03}" srcOrd="4" destOrd="0" parTransId="{C41DA552-DE0C-4794-B5E7-A02BC700246B}" sibTransId="{5A981610-96D6-4FB8-8BC7-BBC1E839D438}"/>
    <dgm:cxn modelId="{9B73BEDF-05CA-4633-B111-386EF3638814}" type="presOf" srcId="{37658125-84CA-444C-80AC-26D259417542}" destId="{651D61BB-E075-402B-9E3A-FAEBD8FDE697}" srcOrd="0" destOrd="5" presId="urn:microsoft.com/office/officeart/2005/8/layout/vList2"/>
    <dgm:cxn modelId="{A8C3D4DF-0096-4656-8088-1E7403C94A53}" type="presOf" srcId="{E6226582-1E16-46FE-BB15-4EFDD2EAA9CF}" destId="{958D747B-4D58-4C60-BD26-ED2A8494C5EB}" srcOrd="0" destOrd="1" presId="urn:microsoft.com/office/officeart/2005/8/layout/vList2"/>
    <dgm:cxn modelId="{4D4015E1-CE9D-4E4B-A24B-00249A14DB0D}" type="presOf" srcId="{7EE66E70-3635-4CAF-99D5-5C7653270B3C}" destId="{651D61BB-E075-402B-9E3A-FAEBD8FDE697}" srcOrd="0" destOrd="1" presId="urn:microsoft.com/office/officeart/2005/8/layout/vList2"/>
    <dgm:cxn modelId="{89839CE9-A89F-42ED-B55C-C714B79A1893}" srcId="{C872A8E6-F218-4F38-AD04-36572BF30A99}" destId="{A31B03CA-400D-4C67-B113-4DAC7C047BDA}" srcOrd="6" destOrd="0" parTransId="{DD70F617-1928-43D3-88FB-C1A5C7A51E8E}" sibTransId="{B97B1EF9-A4B4-4B22-A758-6C86207384A3}"/>
    <dgm:cxn modelId="{05F154F8-109F-4C88-B6A2-BBCE8DF16FBD}" srcId="{C872A8E6-F218-4F38-AD04-36572BF30A99}" destId="{7D255AE5-47B9-4A0D-ACD2-8FACDD8F82AD}" srcOrd="2" destOrd="0" parTransId="{D88085D8-1CE9-4A7F-8E2B-7B97F4F6D2CB}" sibTransId="{2DC6EC67-1A88-4193-A0B0-ECE292F91CDE}"/>
    <dgm:cxn modelId="{F1438AF8-D98B-43D6-8110-7F8A27A6680C}" type="presOf" srcId="{2AE18CD8-C1CF-4D4D-ADA9-B4F2C3831B03}" destId="{958D747B-4D58-4C60-BD26-ED2A8494C5EB}" srcOrd="0" destOrd="4" presId="urn:microsoft.com/office/officeart/2005/8/layout/vList2"/>
    <dgm:cxn modelId="{16FCA7F9-4A75-4C38-AB88-7CCADC317EA3}" srcId="{734A947D-24AB-4CD2-989E-CAC92A9F0587}" destId="{E6226582-1E16-46FE-BB15-4EFDD2EAA9CF}" srcOrd="1" destOrd="0" parTransId="{FBFA6A3A-5B27-4C6D-80C2-D8F87C128FFB}" sibTransId="{3EFFB9F2-5BEF-470A-AC67-BCCC10EB4819}"/>
    <dgm:cxn modelId="{BEFAC1FB-0064-4F51-A9D3-5DEC175FD21B}" type="presOf" srcId="{734A947D-24AB-4CD2-989E-CAC92A9F0587}" destId="{DB9D5AEE-E0F1-44D0-B391-17054DCD0254}" srcOrd="0" destOrd="0" presId="urn:microsoft.com/office/officeart/2005/8/layout/vList2"/>
    <dgm:cxn modelId="{BFF436FE-6544-44A2-9FD7-1A4166D8ECFE}" type="presOf" srcId="{742BE443-8FF5-460D-821B-C6A093E11CA0}" destId="{958D747B-4D58-4C60-BD26-ED2A8494C5EB}" srcOrd="0" destOrd="6" presId="urn:microsoft.com/office/officeart/2005/8/layout/vList2"/>
    <dgm:cxn modelId="{ECCC3555-EEF8-4A0A-B3F3-07E8D5D5E678}" type="presParOf" srcId="{AC71BB87-CDEE-43EA-942E-ED485B9B7CD8}" destId="{DB9D5AEE-E0F1-44D0-B391-17054DCD0254}" srcOrd="0" destOrd="0" presId="urn:microsoft.com/office/officeart/2005/8/layout/vList2"/>
    <dgm:cxn modelId="{A5312EBB-A919-4F0D-93EA-A1355B0AB5FA}" type="presParOf" srcId="{AC71BB87-CDEE-43EA-942E-ED485B9B7CD8}" destId="{958D747B-4D58-4C60-BD26-ED2A8494C5EB}" srcOrd="1" destOrd="0" presId="urn:microsoft.com/office/officeart/2005/8/layout/vList2"/>
    <dgm:cxn modelId="{12547585-2CC7-4DF4-AD67-830CB3189941}" type="presParOf" srcId="{AC71BB87-CDEE-43EA-942E-ED485B9B7CD8}" destId="{8F349B92-4266-4383-905F-EFF324F869D9}" srcOrd="2" destOrd="0" presId="urn:microsoft.com/office/officeart/2005/8/layout/vList2"/>
    <dgm:cxn modelId="{CBEA314F-A4FC-496E-A4A3-7FEAA52D2D92}" type="presParOf" srcId="{AC71BB87-CDEE-43EA-942E-ED485B9B7CD8}" destId="{651D61BB-E075-402B-9E3A-FAEBD8FDE69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75934E-A8B4-4A64-B140-87EAB922E692}" type="doc">
      <dgm:prSet loTypeId="urn:microsoft.com/office/officeart/2005/8/layout/list1" loCatId="list" qsTypeId="urn:microsoft.com/office/officeart/2005/8/quickstyle/3d3" qsCatId="3D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CB0A89CE-C9A0-41B2-8FC2-C73C4586B203}">
      <dgm:prSet/>
      <dgm:spPr/>
      <dgm:t>
        <a:bodyPr/>
        <a:lstStyle/>
        <a:p>
          <a:r>
            <a:rPr lang="en-IN" b="1"/>
            <a:t>For Artisans</a:t>
          </a:r>
          <a:endParaRPr lang="en-IN"/>
        </a:p>
      </dgm:t>
    </dgm:pt>
    <dgm:pt modelId="{5A2B6407-9C25-4CCC-931B-52254F1243A8}" type="parTrans" cxnId="{5D1B1AFA-E391-4B9C-9D4B-345A89576267}">
      <dgm:prSet/>
      <dgm:spPr/>
      <dgm:t>
        <a:bodyPr/>
        <a:lstStyle/>
        <a:p>
          <a:endParaRPr lang="en-IN"/>
        </a:p>
      </dgm:t>
    </dgm:pt>
    <dgm:pt modelId="{D00AD613-3056-484A-97E2-509F4F9465A8}" type="sibTrans" cxnId="{5D1B1AFA-E391-4B9C-9D4B-345A89576267}">
      <dgm:prSet/>
      <dgm:spPr/>
      <dgm:t>
        <a:bodyPr/>
        <a:lstStyle/>
        <a:p>
          <a:endParaRPr lang="en-IN"/>
        </a:p>
      </dgm:t>
    </dgm:pt>
    <dgm:pt modelId="{0EC9EF98-BADA-49E5-B133-3361C19DB765}">
      <dgm:prSet/>
      <dgm:spPr/>
      <dgm:t>
        <a:bodyPr/>
        <a:lstStyle/>
        <a:p>
          <a:r>
            <a:rPr lang="en-IN"/>
            <a:t>Easy product digitization without requiring technical expertise.</a:t>
          </a:r>
        </a:p>
      </dgm:t>
    </dgm:pt>
    <dgm:pt modelId="{9CCAE9D6-3CC1-4009-9AE4-065D0050E199}" type="parTrans" cxnId="{2939E7DE-6442-4606-88BF-7322FE63D949}">
      <dgm:prSet/>
      <dgm:spPr/>
      <dgm:t>
        <a:bodyPr/>
        <a:lstStyle/>
        <a:p>
          <a:endParaRPr lang="en-IN"/>
        </a:p>
      </dgm:t>
    </dgm:pt>
    <dgm:pt modelId="{62A4DA96-F7B8-46C8-9811-A5EE3C1055CB}" type="sibTrans" cxnId="{2939E7DE-6442-4606-88BF-7322FE63D949}">
      <dgm:prSet/>
      <dgm:spPr/>
      <dgm:t>
        <a:bodyPr/>
        <a:lstStyle/>
        <a:p>
          <a:endParaRPr lang="en-IN"/>
        </a:p>
      </dgm:t>
    </dgm:pt>
    <dgm:pt modelId="{49A95892-3CE1-417A-8106-4BF1936E6220}">
      <dgm:prSet/>
      <dgm:spPr/>
      <dgm:t>
        <a:bodyPr/>
        <a:lstStyle/>
        <a:p>
          <a:r>
            <a:rPr lang="en-IN" b="1"/>
            <a:t>For E-commerce</a:t>
          </a:r>
          <a:endParaRPr lang="en-IN"/>
        </a:p>
      </dgm:t>
    </dgm:pt>
    <dgm:pt modelId="{086097E7-5887-4FD4-8528-E46390B773E1}" type="parTrans" cxnId="{C9FBF9C0-8978-40A5-8995-5656225B6F34}">
      <dgm:prSet/>
      <dgm:spPr/>
      <dgm:t>
        <a:bodyPr/>
        <a:lstStyle/>
        <a:p>
          <a:endParaRPr lang="en-IN"/>
        </a:p>
      </dgm:t>
    </dgm:pt>
    <dgm:pt modelId="{4D129098-3AB1-4515-948F-949DD88A89BC}" type="sibTrans" cxnId="{C9FBF9C0-8978-40A5-8995-5656225B6F34}">
      <dgm:prSet/>
      <dgm:spPr/>
      <dgm:t>
        <a:bodyPr/>
        <a:lstStyle/>
        <a:p>
          <a:endParaRPr lang="en-IN"/>
        </a:p>
      </dgm:t>
    </dgm:pt>
    <dgm:pt modelId="{30476E1E-FC84-4D0A-BA36-98841D08B3D8}">
      <dgm:prSet/>
      <dgm:spPr/>
      <dgm:t>
        <a:bodyPr/>
        <a:lstStyle/>
        <a:p>
          <a:r>
            <a:rPr lang="en-IN"/>
            <a:t>Receives better structured, standardized product listings.</a:t>
          </a:r>
        </a:p>
      </dgm:t>
    </dgm:pt>
    <dgm:pt modelId="{BC3124FA-1135-4876-9B53-88A0AA098933}" type="parTrans" cxnId="{526A7E78-3DF9-4841-81D4-FB51E089BC42}">
      <dgm:prSet/>
      <dgm:spPr/>
      <dgm:t>
        <a:bodyPr/>
        <a:lstStyle/>
        <a:p>
          <a:endParaRPr lang="en-IN"/>
        </a:p>
      </dgm:t>
    </dgm:pt>
    <dgm:pt modelId="{73C71EC6-9FBD-4FE4-B800-96FEC1FD5217}" type="sibTrans" cxnId="{526A7E78-3DF9-4841-81D4-FB51E089BC42}">
      <dgm:prSet/>
      <dgm:spPr/>
      <dgm:t>
        <a:bodyPr/>
        <a:lstStyle/>
        <a:p>
          <a:endParaRPr lang="en-IN"/>
        </a:p>
      </dgm:t>
    </dgm:pt>
    <dgm:pt modelId="{996A61F9-72F9-4550-AE19-30539049E941}">
      <dgm:prSet/>
      <dgm:spPr/>
      <dgm:t>
        <a:bodyPr/>
        <a:lstStyle/>
        <a:p>
          <a:r>
            <a:rPr lang="en-IN" b="1"/>
            <a:t>For Government / NGOs</a:t>
          </a:r>
          <a:endParaRPr lang="en-IN"/>
        </a:p>
      </dgm:t>
    </dgm:pt>
    <dgm:pt modelId="{33E80679-68CE-4AC2-909E-4C4D7DF1882D}" type="parTrans" cxnId="{6A9FA63A-2293-4041-9D54-4CE9BC24ECBE}">
      <dgm:prSet/>
      <dgm:spPr/>
      <dgm:t>
        <a:bodyPr/>
        <a:lstStyle/>
        <a:p>
          <a:endParaRPr lang="en-IN"/>
        </a:p>
      </dgm:t>
    </dgm:pt>
    <dgm:pt modelId="{1DF7DCF4-4E43-4B2F-BECD-78A0916CB7A4}" type="sibTrans" cxnId="{6A9FA63A-2293-4041-9D54-4CE9BC24ECBE}">
      <dgm:prSet/>
      <dgm:spPr/>
      <dgm:t>
        <a:bodyPr/>
        <a:lstStyle/>
        <a:p>
          <a:endParaRPr lang="en-IN"/>
        </a:p>
      </dgm:t>
    </dgm:pt>
    <dgm:pt modelId="{5A8AC43B-C2B7-4883-AA60-58CF5C75BE60}">
      <dgm:prSet/>
      <dgm:spPr/>
      <dgm:t>
        <a:bodyPr/>
        <a:lstStyle/>
        <a:p>
          <a:r>
            <a:rPr lang="en-IN"/>
            <a:t>Can support digital inclusion and artisan empowerment programs.</a:t>
          </a:r>
        </a:p>
      </dgm:t>
    </dgm:pt>
    <dgm:pt modelId="{12F4B8C0-8BF3-40C8-B777-1EFE7529C03B}" type="parTrans" cxnId="{061021FC-8B92-4B64-8D66-AD3BABAD333A}">
      <dgm:prSet/>
      <dgm:spPr/>
      <dgm:t>
        <a:bodyPr/>
        <a:lstStyle/>
        <a:p>
          <a:endParaRPr lang="en-IN"/>
        </a:p>
      </dgm:t>
    </dgm:pt>
    <dgm:pt modelId="{1F93506D-7C7D-4C1C-8A95-73BA4AB76403}" type="sibTrans" cxnId="{061021FC-8B92-4B64-8D66-AD3BABAD333A}">
      <dgm:prSet/>
      <dgm:spPr/>
      <dgm:t>
        <a:bodyPr/>
        <a:lstStyle/>
        <a:p>
          <a:endParaRPr lang="en-IN"/>
        </a:p>
      </dgm:t>
    </dgm:pt>
    <dgm:pt modelId="{92019E8D-BFC4-485C-92F1-5CEA6A4F33B6}">
      <dgm:prSet/>
      <dgm:spPr/>
      <dgm:t>
        <a:bodyPr/>
        <a:lstStyle/>
        <a:p>
          <a:r>
            <a:rPr lang="en-IN" b="1"/>
            <a:t>For Future Expansion</a:t>
          </a:r>
          <a:endParaRPr lang="en-IN"/>
        </a:p>
      </dgm:t>
    </dgm:pt>
    <dgm:pt modelId="{39DB31B2-636C-49EA-B663-FD8F6DAC9548}" type="parTrans" cxnId="{4B58CB8C-5AAB-4D92-983E-8C93BACADA91}">
      <dgm:prSet/>
      <dgm:spPr/>
      <dgm:t>
        <a:bodyPr/>
        <a:lstStyle/>
        <a:p>
          <a:endParaRPr lang="en-IN"/>
        </a:p>
      </dgm:t>
    </dgm:pt>
    <dgm:pt modelId="{C7D5FE3F-36E6-490C-B5CB-14B6A029F5FF}" type="sibTrans" cxnId="{4B58CB8C-5AAB-4D92-983E-8C93BACADA91}">
      <dgm:prSet/>
      <dgm:spPr/>
      <dgm:t>
        <a:bodyPr/>
        <a:lstStyle/>
        <a:p>
          <a:endParaRPr lang="en-IN"/>
        </a:p>
      </dgm:t>
    </dgm:pt>
    <dgm:pt modelId="{B9A61B67-D44A-4A9D-A2AB-987D34AD5013}">
      <dgm:prSet/>
      <dgm:spPr/>
      <dgm:t>
        <a:bodyPr/>
        <a:lstStyle/>
        <a:p>
          <a:r>
            <a:rPr lang="en-IN"/>
            <a:t>The same architecture can support additional:</a:t>
          </a:r>
        </a:p>
      </dgm:t>
    </dgm:pt>
    <dgm:pt modelId="{4969B73C-A2F0-4F18-96BA-7F839E1DBF49}" type="parTrans" cxnId="{37C23ADE-1858-4779-B7B9-87B58B0988A4}">
      <dgm:prSet/>
      <dgm:spPr/>
      <dgm:t>
        <a:bodyPr/>
        <a:lstStyle/>
        <a:p>
          <a:endParaRPr lang="en-IN"/>
        </a:p>
      </dgm:t>
    </dgm:pt>
    <dgm:pt modelId="{CC0B2E65-046F-45D0-9B1B-95132A3649A9}" type="sibTrans" cxnId="{37C23ADE-1858-4779-B7B9-87B58B0988A4}">
      <dgm:prSet/>
      <dgm:spPr/>
      <dgm:t>
        <a:bodyPr/>
        <a:lstStyle/>
        <a:p>
          <a:endParaRPr lang="en-IN"/>
        </a:p>
      </dgm:t>
    </dgm:pt>
    <dgm:pt modelId="{A403334E-1446-4DF6-934D-1C553E2F759C}">
      <dgm:prSet/>
      <dgm:spPr/>
      <dgm:t>
        <a:bodyPr/>
        <a:lstStyle/>
        <a:p>
          <a:r>
            <a:rPr lang="en-IN"/>
            <a:t>Indian languages </a:t>
          </a:r>
        </a:p>
      </dgm:t>
    </dgm:pt>
    <dgm:pt modelId="{713A5A08-5E83-4FCC-BC2B-EE4A99B40A9A}" type="parTrans" cxnId="{DB71CD23-251E-4494-9D0D-753B4668DFA7}">
      <dgm:prSet/>
      <dgm:spPr/>
      <dgm:t>
        <a:bodyPr/>
        <a:lstStyle/>
        <a:p>
          <a:endParaRPr lang="en-IN"/>
        </a:p>
      </dgm:t>
    </dgm:pt>
    <dgm:pt modelId="{674FBE11-9576-45E0-BB2E-7B7D68009D44}" type="sibTrans" cxnId="{DB71CD23-251E-4494-9D0D-753B4668DFA7}">
      <dgm:prSet/>
      <dgm:spPr/>
      <dgm:t>
        <a:bodyPr/>
        <a:lstStyle/>
        <a:p>
          <a:endParaRPr lang="en-IN"/>
        </a:p>
      </dgm:t>
    </dgm:pt>
    <dgm:pt modelId="{1624F39D-A2D9-4107-8827-1A30B8023AE4}">
      <dgm:prSet/>
      <dgm:spPr/>
      <dgm:t>
        <a:bodyPr/>
        <a:lstStyle/>
        <a:p>
          <a:r>
            <a:rPr lang="en-IN"/>
            <a:t>Artisan communities </a:t>
          </a:r>
        </a:p>
      </dgm:t>
    </dgm:pt>
    <dgm:pt modelId="{BD9835B6-7152-4E2C-AEF3-73F39516CC09}" type="parTrans" cxnId="{1925E9AB-DE24-4E8B-B33E-60EF9F13F957}">
      <dgm:prSet/>
      <dgm:spPr/>
      <dgm:t>
        <a:bodyPr/>
        <a:lstStyle/>
        <a:p>
          <a:endParaRPr lang="en-IN"/>
        </a:p>
      </dgm:t>
    </dgm:pt>
    <dgm:pt modelId="{D905FBC5-13AA-4746-AF22-C82EEBACCAD1}" type="sibTrans" cxnId="{1925E9AB-DE24-4E8B-B33E-60EF9F13F957}">
      <dgm:prSet/>
      <dgm:spPr/>
      <dgm:t>
        <a:bodyPr/>
        <a:lstStyle/>
        <a:p>
          <a:endParaRPr lang="en-IN"/>
        </a:p>
      </dgm:t>
    </dgm:pt>
    <dgm:pt modelId="{1D272EC0-6468-4EC9-BF0F-C1FD019CB654}">
      <dgm:prSet/>
      <dgm:spPr/>
      <dgm:t>
        <a:bodyPr/>
        <a:lstStyle/>
        <a:p>
          <a:r>
            <a:rPr lang="en-IN"/>
            <a:t>Craft categories </a:t>
          </a:r>
        </a:p>
      </dgm:t>
    </dgm:pt>
    <dgm:pt modelId="{192CF798-5AC3-4420-A139-7FB7624D9865}" type="parTrans" cxnId="{F5AC3FCD-270F-4BEC-9570-8187D9F2F9AA}">
      <dgm:prSet/>
      <dgm:spPr/>
      <dgm:t>
        <a:bodyPr/>
        <a:lstStyle/>
        <a:p>
          <a:endParaRPr lang="en-IN"/>
        </a:p>
      </dgm:t>
    </dgm:pt>
    <dgm:pt modelId="{7F4AA6DD-5B3D-4AC0-9787-97EDFB39A290}" type="sibTrans" cxnId="{F5AC3FCD-270F-4BEC-9570-8187D9F2F9AA}">
      <dgm:prSet/>
      <dgm:spPr/>
      <dgm:t>
        <a:bodyPr/>
        <a:lstStyle/>
        <a:p>
          <a:endParaRPr lang="en-IN"/>
        </a:p>
      </dgm:t>
    </dgm:pt>
    <dgm:pt modelId="{7B9E0134-0343-4310-8B0E-F65A9AA65549}">
      <dgm:prSet/>
      <dgm:spPr/>
      <dgm:t>
        <a:bodyPr/>
        <a:lstStyle/>
        <a:p>
          <a:r>
            <a:rPr lang="en-IN"/>
            <a:t>E-commerce platforms </a:t>
          </a:r>
        </a:p>
      </dgm:t>
    </dgm:pt>
    <dgm:pt modelId="{BFF42D90-40C7-4957-A478-53445D423C6D}" type="parTrans" cxnId="{48130AAD-D20A-4E8D-9941-1C5419C3F88F}">
      <dgm:prSet/>
      <dgm:spPr/>
      <dgm:t>
        <a:bodyPr/>
        <a:lstStyle/>
        <a:p>
          <a:endParaRPr lang="en-IN"/>
        </a:p>
      </dgm:t>
    </dgm:pt>
    <dgm:pt modelId="{B295180F-5A5D-45D6-8369-B59D7A02A9EF}" type="sibTrans" cxnId="{48130AAD-D20A-4E8D-9941-1C5419C3F88F}">
      <dgm:prSet/>
      <dgm:spPr/>
      <dgm:t>
        <a:bodyPr/>
        <a:lstStyle/>
        <a:p>
          <a:endParaRPr lang="en-IN"/>
        </a:p>
      </dgm:t>
    </dgm:pt>
    <dgm:pt modelId="{335DEBC1-4CB0-4B41-9FE7-154614B0E89B}">
      <dgm:prSet/>
      <dgm:spPr/>
      <dgm:t>
        <a:bodyPr/>
        <a:lstStyle/>
        <a:p>
          <a:r>
            <a:rPr lang="en-IN"/>
            <a:t>AI models </a:t>
          </a:r>
        </a:p>
      </dgm:t>
    </dgm:pt>
    <dgm:pt modelId="{46D04D4C-1656-46E0-9DF1-AF3A838AC328}" type="parTrans" cxnId="{A21F5CB1-3CA6-4068-8BC8-542521270482}">
      <dgm:prSet/>
      <dgm:spPr/>
      <dgm:t>
        <a:bodyPr/>
        <a:lstStyle/>
        <a:p>
          <a:endParaRPr lang="en-IN"/>
        </a:p>
      </dgm:t>
    </dgm:pt>
    <dgm:pt modelId="{C7394494-5844-421B-8C3C-DE50D2D9E8F9}" type="sibTrans" cxnId="{A21F5CB1-3CA6-4068-8BC8-542521270482}">
      <dgm:prSet/>
      <dgm:spPr/>
      <dgm:t>
        <a:bodyPr/>
        <a:lstStyle/>
        <a:p>
          <a:endParaRPr lang="en-IN"/>
        </a:p>
      </dgm:t>
    </dgm:pt>
    <dgm:pt modelId="{85E2750F-C739-4C07-96AF-D537695E82C6}" type="pres">
      <dgm:prSet presAssocID="{4975934E-A8B4-4A64-B140-87EAB922E692}" presName="linear" presStyleCnt="0">
        <dgm:presLayoutVars>
          <dgm:dir/>
          <dgm:animLvl val="lvl"/>
          <dgm:resizeHandles val="exact"/>
        </dgm:presLayoutVars>
      </dgm:prSet>
      <dgm:spPr/>
    </dgm:pt>
    <dgm:pt modelId="{1DEE13C4-A771-4D58-83EE-664D265ECB47}" type="pres">
      <dgm:prSet presAssocID="{CB0A89CE-C9A0-41B2-8FC2-C73C4586B203}" presName="parentLin" presStyleCnt="0"/>
      <dgm:spPr/>
    </dgm:pt>
    <dgm:pt modelId="{9910BC79-CA93-4067-9276-4525AA68AF9B}" type="pres">
      <dgm:prSet presAssocID="{CB0A89CE-C9A0-41B2-8FC2-C73C4586B203}" presName="parentLeftMargin" presStyleLbl="node1" presStyleIdx="0" presStyleCnt="4"/>
      <dgm:spPr/>
    </dgm:pt>
    <dgm:pt modelId="{212E1C74-4576-4B1D-BF06-2DBF837DF794}" type="pres">
      <dgm:prSet presAssocID="{CB0A89CE-C9A0-41B2-8FC2-C73C4586B2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0C9C18-8997-4DD9-B94F-CA5E59C25D26}" type="pres">
      <dgm:prSet presAssocID="{CB0A89CE-C9A0-41B2-8FC2-C73C4586B203}" presName="negativeSpace" presStyleCnt="0"/>
      <dgm:spPr/>
    </dgm:pt>
    <dgm:pt modelId="{C97C67F8-0E7F-4E7B-9184-79D025D2C30F}" type="pres">
      <dgm:prSet presAssocID="{CB0A89CE-C9A0-41B2-8FC2-C73C4586B203}" presName="childText" presStyleLbl="conFgAcc1" presStyleIdx="0" presStyleCnt="4">
        <dgm:presLayoutVars>
          <dgm:bulletEnabled val="1"/>
        </dgm:presLayoutVars>
      </dgm:prSet>
      <dgm:spPr/>
    </dgm:pt>
    <dgm:pt modelId="{C26A55F9-A0B4-459A-8ACF-1AEA7A550261}" type="pres">
      <dgm:prSet presAssocID="{D00AD613-3056-484A-97E2-509F4F9465A8}" presName="spaceBetweenRectangles" presStyleCnt="0"/>
      <dgm:spPr/>
    </dgm:pt>
    <dgm:pt modelId="{06D55291-6BA7-4745-B421-8EB53341E35C}" type="pres">
      <dgm:prSet presAssocID="{49A95892-3CE1-417A-8106-4BF1936E6220}" presName="parentLin" presStyleCnt="0"/>
      <dgm:spPr/>
    </dgm:pt>
    <dgm:pt modelId="{04D0FD79-8835-4C60-8DD4-8DDBDCC48EE4}" type="pres">
      <dgm:prSet presAssocID="{49A95892-3CE1-417A-8106-4BF1936E6220}" presName="parentLeftMargin" presStyleLbl="node1" presStyleIdx="0" presStyleCnt="4"/>
      <dgm:spPr/>
    </dgm:pt>
    <dgm:pt modelId="{D1B52EBA-04A7-410B-AF3A-4100FEB4FCDD}" type="pres">
      <dgm:prSet presAssocID="{49A95892-3CE1-417A-8106-4BF1936E62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6A5DC3-593F-4FFF-A827-951FA44B8E95}" type="pres">
      <dgm:prSet presAssocID="{49A95892-3CE1-417A-8106-4BF1936E6220}" presName="negativeSpace" presStyleCnt="0"/>
      <dgm:spPr/>
    </dgm:pt>
    <dgm:pt modelId="{1738A403-E2BC-42F4-94B4-4EC4E18A5272}" type="pres">
      <dgm:prSet presAssocID="{49A95892-3CE1-417A-8106-4BF1936E6220}" presName="childText" presStyleLbl="conFgAcc1" presStyleIdx="1" presStyleCnt="4">
        <dgm:presLayoutVars>
          <dgm:bulletEnabled val="1"/>
        </dgm:presLayoutVars>
      </dgm:prSet>
      <dgm:spPr/>
    </dgm:pt>
    <dgm:pt modelId="{A4361ACA-4FD6-443B-8C66-97BFC1285015}" type="pres">
      <dgm:prSet presAssocID="{4D129098-3AB1-4515-948F-949DD88A89BC}" presName="spaceBetweenRectangles" presStyleCnt="0"/>
      <dgm:spPr/>
    </dgm:pt>
    <dgm:pt modelId="{FD3BF0B5-EF58-4A3D-9C88-6DCEF4EAC86C}" type="pres">
      <dgm:prSet presAssocID="{996A61F9-72F9-4550-AE19-30539049E941}" presName="parentLin" presStyleCnt="0"/>
      <dgm:spPr/>
    </dgm:pt>
    <dgm:pt modelId="{73E8C4C2-49D6-4B30-B213-6208616E6369}" type="pres">
      <dgm:prSet presAssocID="{996A61F9-72F9-4550-AE19-30539049E941}" presName="parentLeftMargin" presStyleLbl="node1" presStyleIdx="1" presStyleCnt="4"/>
      <dgm:spPr/>
    </dgm:pt>
    <dgm:pt modelId="{F5D30EAE-641B-445D-98B4-DD2F5B95BC00}" type="pres">
      <dgm:prSet presAssocID="{996A61F9-72F9-4550-AE19-30539049E9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3A9972-1C73-4F5A-AAA1-0EB167DE1401}" type="pres">
      <dgm:prSet presAssocID="{996A61F9-72F9-4550-AE19-30539049E941}" presName="negativeSpace" presStyleCnt="0"/>
      <dgm:spPr/>
    </dgm:pt>
    <dgm:pt modelId="{74C3B9BB-1F45-4CE3-8C74-6377BAFDEB68}" type="pres">
      <dgm:prSet presAssocID="{996A61F9-72F9-4550-AE19-30539049E941}" presName="childText" presStyleLbl="conFgAcc1" presStyleIdx="2" presStyleCnt="4">
        <dgm:presLayoutVars>
          <dgm:bulletEnabled val="1"/>
        </dgm:presLayoutVars>
      </dgm:prSet>
      <dgm:spPr/>
    </dgm:pt>
    <dgm:pt modelId="{AAE8BEF0-2E0F-4991-8E6F-F989C9B2D7A8}" type="pres">
      <dgm:prSet presAssocID="{1DF7DCF4-4E43-4B2F-BECD-78A0916CB7A4}" presName="spaceBetweenRectangles" presStyleCnt="0"/>
      <dgm:spPr/>
    </dgm:pt>
    <dgm:pt modelId="{3362455C-1D15-4C48-A838-17167516409A}" type="pres">
      <dgm:prSet presAssocID="{92019E8D-BFC4-485C-92F1-5CEA6A4F33B6}" presName="parentLin" presStyleCnt="0"/>
      <dgm:spPr/>
    </dgm:pt>
    <dgm:pt modelId="{A52BDDBB-5C5C-4D47-A6FF-874D8EFADE28}" type="pres">
      <dgm:prSet presAssocID="{92019E8D-BFC4-485C-92F1-5CEA6A4F33B6}" presName="parentLeftMargin" presStyleLbl="node1" presStyleIdx="2" presStyleCnt="4"/>
      <dgm:spPr/>
    </dgm:pt>
    <dgm:pt modelId="{44292E9D-3951-452F-AB03-77ECA32DE4AE}" type="pres">
      <dgm:prSet presAssocID="{92019E8D-BFC4-485C-92F1-5CEA6A4F33B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4F19D86-3D75-4274-B50B-9F7AAF29F750}" type="pres">
      <dgm:prSet presAssocID="{92019E8D-BFC4-485C-92F1-5CEA6A4F33B6}" presName="negativeSpace" presStyleCnt="0"/>
      <dgm:spPr/>
    </dgm:pt>
    <dgm:pt modelId="{1B730521-CC75-4638-8D28-E86B4F60340D}" type="pres">
      <dgm:prSet presAssocID="{92019E8D-BFC4-485C-92F1-5CEA6A4F33B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8A25D01-40E0-4144-9054-C27EC38926E6}" type="presOf" srcId="{4975934E-A8B4-4A64-B140-87EAB922E692}" destId="{85E2750F-C739-4C07-96AF-D537695E82C6}" srcOrd="0" destOrd="0" presId="urn:microsoft.com/office/officeart/2005/8/layout/list1"/>
    <dgm:cxn modelId="{228CD912-FFD2-4C53-8E64-595D1C282229}" type="presOf" srcId="{996A61F9-72F9-4550-AE19-30539049E941}" destId="{73E8C4C2-49D6-4B30-B213-6208616E6369}" srcOrd="0" destOrd="0" presId="urn:microsoft.com/office/officeart/2005/8/layout/list1"/>
    <dgm:cxn modelId="{DB71CD23-251E-4494-9D0D-753B4668DFA7}" srcId="{92019E8D-BFC4-485C-92F1-5CEA6A4F33B6}" destId="{A403334E-1446-4DF6-934D-1C553E2F759C}" srcOrd="1" destOrd="0" parTransId="{713A5A08-5E83-4FCC-BC2B-EE4A99B40A9A}" sibTransId="{674FBE11-9576-45E0-BB2E-7B7D68009D44}"/>
    <dgm:cxn modelId="{B8B35D2A-C42E-4051-9676-930A64F299B3}" type="presOf" srcId="{B9A61B67-D44A-4A9D-A2AB-987D34AD5013}" destId="{1B730521-CC75-4638-8D28-E86B4F60340D}" srcOrd="0" destOrd="0" presId="urn:microsoft.com/office/officeart/2005/8/layout/list1"/>
    <dgm:cxn modelId="{68C8ED2B-D9E8-4C03-B476-367A46E07E66}" type="presOf" srcId="{A403334E-1446-4DF6-934D-1C553E2F759C}" destId="{1B730521-CC75-4638-8D28-E86B4F60340D}" srcOrd="0" destOrd="1" presId="urn:microsoft.com/office/officeart/2005/8/layout/list1"/>
    <dgm:cxn modelId="{E15A7531-8F62-45A6-B752-0A5029C75B3D}" type="presOf" srcId="{CB0A89CE-C9A0-41B2-8FC2-C73C4586B203}" destId="{9910BC79-CA93-4067-9276-4525AA68AF9B}" srcOrd="0" destOrd="0" presId="urn:microsoft.com/office/officeart/2005/8/layout/list1"/>
    <dgm:cxn modelId="{6A9FA63A-2293-4041-9D54-4CE9BC24ECBE}" srcId="{4975934E-A8B4-4A64-B140-87EAB922E692}" destId="{996A61F9-72F9-4550-AE19-30539049E941}" srcOrd="2" destOrd="0" parTransId="{33E80679-68CE-4AC2-909E-4C4D7DF1882D}" sibTransId="{1DF7DCF4-4E43-4B2F-BECD-78A0916CB7A4}"/>
    <dgm:cxn modelId="{C3298966-98E1-4481-BBB6-4B7F11D0EB51}" type="presOf" srcId="{0EC9EF98-BADA-49E5-B133-3361C19DB765}" destId="{C97C67F8-0E7F-4E7B-9184-79D025D2C30F}" srcOrd="0" destOrd="0" presId="urn:microsoft.com/office/officeart/2005/8/layout/list1"/>
    <dgm:cxn modelId="{11E48B68-288E-4111-9B55-8C7DA3615DE5}" type="presOf" srcId="{92019E8D-BFC4-485C-92F1-5CEA6A4F33B6}" destId="{A52BDDBB-5C5C-4D47-A6FF-874D8EFADE28}" srcOrd="0" destOrd="0" presId="urn:microsoft.com/office/officeart/2005/8/layout/list1"/>
    <dgm:cxn modelId="{CDEA1E54-5ADC-4DB4-BCF9-05527BBF5791}" type="presOf" srcId="{49A95892-3CE1-417A-8106-4BF1936E6220}" destId="{D1B52EBA-04A7-410B-AF3A-4100FEB4FCDD}" srcOrd="1" destOrd="0" presId="urn:microsoft.com/office/officeart/2005/8/layout/list1"/>
    <dgm:cxn modelId="{526A7E78-3DF9-4841-81D4-FB51E089BC42}" srcId="{49A95892-3CE1-417A-8106-4BF1936E6220}" destId="{30476E1E-FC84-4D0A-BA36-98841D08B3D8}" srcOrd="0" destOrd="0" parTransId="{BC3124FA-1135-4876-9B53-88A0AA098933}" sibTransId="{73C71EC6-9FBD-4FE4-B800-96FEC1FD5217}"/>
    <dgm:cxn modelId="{57F09B5A-AD78-44DD-9C14-F70D15CBB303}" type="presOf" srcId="{30476E1E-FC84-4D0A-BA36-98841D08B3D8}" destId="{1738A403-E2BC-42F4-94B4-4EC4E18A5272}" srcOrd="0" destOrd="0" presId="urn:microsoft.com/office/officeart/2005/8/layout/list1"/>
    <dgm:cxn modelId="{914CE98A-027A-44F0-A4B2-341B02DD8916}" type="presOf" srcId="{335DEBC1-4CB0-4B41-9FE7-154614B0E89B}" destId="{1B730521-CC75-4638-8D28-E86B4F60340D}" srcOrd="0" destOrd="5" presId="urn:microsoft.com/office/officeart/2005/8/layout/list1"/>
    <dgm:cxn modelId="{4B58CB8C-5AAB-4D92-983E-8C93BACADA91}" srcId="{4975934E-A8B4-4A64-B140-87EAB922E692}" destId="{92019E8D-BFC4-485C-92F1-5CEA6A4F33B6}" srcOrd="3" destOrd="0" parTransId="{39DB31B2-636C-49EA-B663-FD8F6DAC9548}" sibTransId="{C7D5FE3F-36E6-490C-B5CB-14B6A029F5FF}"/>
    <dgm:cxn modelId="{BCE675A0-13A9-47E9-8A4E-267928CF0C33}" type="presOf" srcId="{1D272EC0-6468-4EC9-BF0F-C1FD019CB654}" destId="{1B730521-CC75-4638-8D28-E86B4F60340D}" srcOrd="0" destOrd="3" presId="urn:microsoft.com/office/officeart/2005/8/layout/list1"/>
    <dgm:cxn modelId="{1925E9AB-DE24-4E8B-B33E-60EF9F13F957}" srcId="{92019E8D-BFC4-485C-92F1-5CEA6A4F33B6}" destId="{1624F39D-A2D9-4107-8827-1A30B8023AE4}" srcOrd="2" destOrd="0" parTransId="{BD9835B6-7152-4E2C-AEF3-73F39516CC09}" sibTransId="{D905FBC5-13AA-4746-AF22-C82EEBACCAD1}"/>
    <dgm:cxn modelId="{207CBFAC-BA23-4837-9CF7-75C19152F2FD}" type="presOf" srcId="{CB0A89CE-C9A0-41B2-8FC2-C73C4586B203}" destId="{212E1C74-4576-4B1D-BF06-2DBF837DF794}" srcOrd="1" destOrd="0" presId="urn:microsoft.com/office/officeart/2005/8/layout/list1"/>
    <dgm:cxn modelId="{48130AAD-D20A-4E8D-9941-1C5419C3F88F}" srcId="{92019E8D-BFC4-485C-92F1-5CEA6A4F33B6}" destId="{7B9E0134-0343-4310-8B0E-F65A9AA65549}" srcOrd="4" destOrd="0" parTransId="{BFF42D90-40C7-4957-A478-53445D423C6D}" sibTransId="{B295180F-5A5D-45D6-8369-B59D7A02A9EF}"/>
    <dgm:cxn modelId="{E805C9AF-289F-4166-8C4A-9F1F2E6DD6C7}" type="presOf" srcId="{5A8AC43B-C2B7-4883-AA60-58CF5C75BE60}" destId="{74C3B9BB-1F45-4CE3-8C74-6377BAFDEB68}" srcOrd="0" destOrd="0" presId="urn:microsoft.com/office/officeart/2005/8/layout/list1"/>
    <dgm:cxn modelId="{A21F5CB1-3CA6-4068-8BC8-542521270482}" srcId="{92019E8D-BFC4-485C-92F1-5CEA6A4F33B6}" destId="{335DEBC1-4CB0-4B41-9FE7-154614B0E89B}" srcOrd="5" destOrd="0" parTransId="{46D04D4C-1656-46E0-9DF1-AF3A838AC328}" sibTransId="{C7394494-5844-421B-8C3C-DE50D2D9E8F9}"/>
    <dgm:cxn modelId="{5773F5BD-A0E3-411E-BCF6-0ED6B9352998}" type="presOf" srcId="{49A95892-3CE1-417A-8106-4BF1936E6220}" destId="{04D0FD79-8835-4C60-8DD4-8DDBDCC48EE4}" srcOrd="0" destOrd="0" presId="urn:microsoft.com/office/officeart/2005/8/layout/list1"/>
    <dgm:cxn modelId="{C9FBF9C0-8978-40A5-8995-5656225B6F34}" srcId="{4975934E-A8B4-4A64-B140-87EAB922E692}" destId="{49A95892-3CE1-417A-8106-4BF1936E6220}" srcOrd="1" destOrd="0" parTransId="{086097E7-5887-4FD4-8528-E46390B773E1}" sibTransId="{4D129098-3AB1-4515-948F-949DD88A89BC}"/>
    <dgm:cxn modelId="{F5AC3FCD-270F-4BEC-9570-8187D9F2F9AA}" srcId="{92019E8D-BFC4-485C-92F1-5CEA6A4F33B6}" destId="{1D272EC0-6468-4EC9-BF0F-C1FD019CB654}" srcOrd="3" destOrd="0" parTransId="{192CF798-5AC3-4420-A139-7FB7624D9865}" sibTransId="{7F4AA6DD-5B3D-4AC0-9787-97EDFB39A290}"/>
    <dgm:cxn modelId="{F211B7DD-6950-4638-ADCD-78F841C9E44A}" type="presOf" srcId="{92019E8D-BFC4-485C-92F1-5CEA6A4F33B6}" destId="{44292E9D-3951-452F-AB03-77ECA32DE4AE}" srcOrd="1" destOrd="0" presId="urn:microsoft.com/office/officeart/2005/8/layout/list1"/>
    <dgm:cxn modelId="{37C23ADE-1858-4779-B7B9-87B58B0988A4}" srcId="{92019E8D-BFC4-485C-92F1-5CEA6A4F33B6}" destId="{B9A61B67-D44A-4A9D-A2AB-987D34AD5013}" srcOrd="0" destOrd="0" parTransId="{4969B73C-A2F0-4F18-96BA-7F839E1DBF49}" sibTransId="{CC0B2E65-046F-45D0-9B1B-95132A3649A9}"/>
    <dgm:cxn modelId="{2939E7DE-6442-4606-88BF-7322FE63D949}" srcId="{CB0A89CE-C9A0-41B2-8FC2-C73C4586B203}" destId="{0EC9EF98-BADA-49E5-B133-3361C19DB765}" srcOrd="0" destOrd="0" parTransId="{9CCAE9D6-3CC1-4009-9AE4-065D0050E199}" sibTransId="{62A4DA96-F7B8-46C8-9811-A5EE3C1055CB}"/>
    <dgm:cxn modelId="{47BB5FDF-94E9-411E-8FB3-162D363C58D9}" type="presOf" srcId="{1624F39D-A2D9-4107-8827-1A30B8023AE4}" destId="{1B730521-CC75-4638-8D28-E86B4F60340D}" srcOrd="0" destOrd="2" presId="urn:microsoft.com/office/officeart/2005/8/layout/list1"/>
    <dgm:cxn modelId="{4F97A8E8-9016-413A-B3D0-97D6A86ECA81}" type="presOf" srcId="{7B9E0134-0343-4310-8B0E-F65A9AA65549}" destId="{1B730521-CC75-4638-8D28-E86B4F60340D}" srcOrd="0" destOrd="4" presId="urn:microsoft.com/office/officeart/2005/8/layout/list1"/>
    <dgm:cxn modelId="{DD5F4CF1-FC88-4A49-A029-4223D82CCA64}" type="presOf" srcId="{996A61F9-72F9-4550-AE19-30539049E941}" destId="{F5D30EAE-641B-445D-98B4-DD2F5B95BC00}" srcOrd="1" destOrd="0" presId="urn:microsoft.com/office/officeart/2005/8/layout/list1"/>
    <dgm:cxn modelId="{5D1B1AFA-E391-4B9C-9D4B-345A89576267}" srcId="{4975934E-A8B4-4A64-B140-87EAB922E692}" destId="{CB0A89CE-C9A0-41B2-8FC2-C73C4586B203}" srcOrd="0" destOrd="0" parTransId="{5A2B6407-9C25-4CCC-931B-52254F1243A8}" sibTransId="{D00AD613-3056-484A-97E2-509F4F9465A8}"/>
    <dgm:cxn modelId="{061021FC-8B92-4B64-8D66-AD3BABAD333A}" srcId="{996A61F9-72F9-4550-AE19-30539049E941}" destId="{5A8AC43B-C2B7-4883-AA60-58CF5C75BE60}" srcOrd="0" destOrd="0" parTransId="{12F4B8C0-8BF3-40C8-B777-1EFE7529C03B}" sibTransId="{1F93506D-7C7D-4C1C-8A95-73BA4AB76403}"/>
    <dgm:cxn modelId="{3653E022-EC12-4B28-B983-2F05A1162E35}" type="presParOf" srcId="{85E2750F-C739-4C07-96AF-D537695E82C6}" destId="{1DEE13C4-A771-4D58-83EE-664D265ECB47}" srcOrd="0" destOrd="0" presId="urn:microsoft.com/office/officeart/2005/8/layout/list1"/>
    <dgm:cxn modelId="{0FB52AB0-3204-4A4F-9C4A-357008CB2531}" type="presParOf" srcId="{1DEE13C4-A771-4D58-83EE-664D265ECB47}" destId="{9910BC79-CA93-4067-9276-4525AA68AF9B}" srcOrd="0" destOrd="0" presId="urn:microsoft.com/office/officeart/2005/8/layout/list1"/>
    <dgm:cxn modelId="{51686CE1-FC03-4C4F-AD96-4B2BD524B6CB}" type="presParOf" srcId="{1DEE13C4-A771-4D58-83EE-664D265ECB47}" destId="{212E1C74-4576-4B1D-BF06-2DBF837DF794}" srcOrd="1" destOrd="0" presId="urn:microsoft.com/office/officeart/2005/8/layout/list1"/>
    <dgm:cxn modelId="{4E7F9076-A9BA-45BC-BA62-1325ACB4874D}" type="presParOf" srcId="{85E2750F-C739-4C07-96AF-D537695E82C6}" destId="{E00C9C18-8997-4DD9-B94F-CA5E59C25D26}" srcOrd="1" destOrd="0" presId="urn:microsoft.com/office/officeart/2005/8/layout/list1"/>
    <dgm:cxn modelId="{8A9961C2-2708-4B21-8C3F-F5509447C822}" type="presParOf" srcId="{85E2750F-C739-4C07-96AF-D537695E82C6}" destId="{C97C67F8-0E7F-4E7B-9184-79D025D2C30F}" srcOrd="2" destOrd="0" presId="urn:microsoft.com/office/officeart/2005/8/layout/list1"/>
    <dgm:cxn modelId="{7D1D1D87-9CAD-453F-9795-2C19F812BDE7}" type="presParOf" srcId="{85E2750F-C739-4C07-96AF-D537695E82C6}" destId="{C26A55F9-A0B4-459A-8ACF-1AEA7A550261}" srcOrd="3" destOrd="0" presId="urn:microsoft.com/office/officeart/2005/8/layout/list1"/>
    <dgm:cxn modelId="{97DD0BF5-F4E3-4722-AD92-9F4A1C95C372}" type="presParOf" srcId="{85E2750F-C739-4C07-96AF-D537695E82C6}" destId="{06D55291-6BA7-4745-B421-8EB53341E35C}" srcOrd="4" destOrd="0" presId="urn:microsoft.com/office/officeart/2005/8/layout/list1"/>
    <dgm:cxn modelId="{6C6D5643-294A-49FE-9AA9-C041BC93155B}" type="presParOf" srcId="{06D55291-6BA7-4745-B421-8EB53341E35C}" destId="{04D0FD79-8835-4C60-8DD4-8DDBDCC48EE4}" srcOrd="0" destOrd="0" presId="urn:microsoft.com/office/officeart/2005/8/layout/list1"/>
    <dgm:cxn modelId="{162F70C3-3D81-493B-857D-1C15AE37DDAE}" type="presParOf" srcId="{06D55291-6BA7-4745-B421-8EB53341E35C}" destId="{D1B52EBA-04A7-410B-AF3A-4100FEB4FCDD}" srcOrd="1" destOrd="0" presId="urn:microsoft.com/office/officeart/2005/8/layout/list1"/>
    <dgm:cxn modelId="{A21BC727-31A3-47CC-9C56-4CE7AB687B2C}" type="presParOf" srcId="{85E2750F-C739-4C07-96AF-D537695E82C6}" destId="{A66A5DC3-593F-4FFF-A827-951FA44B8E95}" srcOrd="5" destOrd="0" presId="urn:microsoft.com/office/officeart/2005/8/layout/list1"/>
    <dgm:cxn modelId="{B8A5D189-E82E-404F-9510-70B24B1F2367}" type="presParOf" srcId="{85E2750F-C739-4C07-96AF-D537695E82C6}" destId="{1738A403-E2BC-42F4-94B4-4EC4E18A5272}" srcOrd="6" destOrd="0" presId="urn:microsoft.com/office/officeart/2005/8/layout/list1"/>
    <dgm:cxn modelId="{2D662962-8BAA-4B44-996A-55447FE0E62C}" type="presParOf" srcId="{85E2750F-C739-4C07-96AF-D537695E82C6}" destId="{A4361ACA-4FD6-443B-8C66-97BFC1285015}" srcOrd="7" destOrd="0" presId="urn:microsoft.com/office/officeart/2005/8/layout/list1"/>
    <dgm:cxn modelId="{F10A7973-AFC6-4678-8102-4E83E2CD4FB3}" type="presParOf" srcId="{85E2750F-C739-4C07-96AF-D537695E82C6}" destId="{FD3BF0B5-EF58-4A3D-9C88-6DCEF4EAC86C}" srcOrd="8" destOrd="0" presId="urn:microsoft.com/office/officeart/2005/8/layout/list1"/>
    <dgm:cxn modelId="{34FC350E-93EC-4FC7-AE81-1BC340FB902F}" type="presParOf" srcId="{FD3BF0B5-EF58-4A3D-9C88-6DCEF4EAC86C}" destId="{73E8C4C2-49D6-4B30-B213-6208616E6369}" srcOrd="0" destOrd="0" presId="urn:microsoft.com/office/officeart/2005/8/layout/list1"/>
    <dgm:cxn modelId="{6F873F66-3562-4BA7-AABB-740102969198}" type="presParOf" srcId="{FD3BF0B5-EF58-4A3D-9C88-6DCEF4EAC86C}" destId="{F5D30EAE-641B-445D-98B4-DD2F5B95BC00}" srcOrd="1" destOrd="0" presId="urn:microsoft.com/office/officeart/2005/8/layout/list1"/>
    <dgm:cxn modelId="{1102054F-DD49-4ED7-A7D4-518F00E599B4}" type="presParOf" srcId="{85E2750F-C739-4C07-96AF-D537695E82C6}" destId="{F53A9972-1C73-4F5A-AAA1-0EB167DE1401}" srcOrd="9" destOrd="0" presId="urn:microsoft.com/office/officeart/2005/8/layout/list1"/>
    <dgm:cxn modelId="{28766014-7021-4A95-BCAA-10921EC16CB9}" type="presParOf" srcId="{85E2750F-C739-4C07-96AF-D537695E82C6}" destId="{74C3B9BB-1F45-4CE3-8C74-6377BAFDEB68}" srcOrd="10" destOrd="0" presId="urn:microsoft.com/office/officeart/2005/8/layout/list1"/>
    <dgm:cxn modelId="{DE3810FA-B162-47EC-AFC9-3DB66D1CAE20}" type="presParOf" srcId="{85E2750F-C739-4C07-96AF-D537695E82C6}" destId="{AAE8BEF0-2E0F-4991-8E6F-F989C9B2D7A8}" srcOrd="11" destOrd="0" presId="urn:microsoft.com/office/officeart/2005/8/layout/list1"/>
    <dgm:cxn modelId="{F8158241-3A87-46E0-8186-475103E3F75A}" type="presParOf" srcId="{85E2750F-C739-4C07-96AF-D537695E82C6}" destId="{3362455C-1D15-4C48-A838-17167516409A}" srcOrd="12" destOrd="0" presId="urn:microsoft.com/office/officeart/2005/8/layout/list1"/>
    <dgm:cxn modelId="{6D39FF6B-36E7-4B43-A609-F5F7E0C0ECD3}" type="presParOf" srcId="{3362455C-1D15-4C48-A838-17167516409A}" destId="{A52BDDBB-5C5C-4D47-A6FF-874D8EFADE28}" srcOrd="0" destOrd="0" presId="urn:microsoft.com/office/officeart/2005/8/layout/list1"/>
    <dgm:cxn modelId="{4855DADD-FA0D-4344-91DF-10ECEAC0F6A6}" type="presParOf" srcId="{3362455C-1D15-4C48-A838-17167516409A}" destId="{44292E9D-3951-452F-AB03-77ECA32DE4AE}" srcOrd="1" destOrd="0" presId="urn:microsoft.com/office/officeart/2005/8/layout/list1"/>
    <dgm:cxn modelId="{61173671-464B-4995-9D14-D568B0E2F8EE}" type="presParOf" srcId="{85E2750F-C739-4C07-96AF-D537695E82C6}" destId="{74F19D86-3D75-4274-B50B-9F7AAF29F750}" srcOrd="13" destOrd="0" presId="urn:microsoft.com/office/officeart/2005/8/layout/list1"/>
    <dgm:cxn modelId="{540DA505-4335-4DD1-B425-5B95662EA1CE}" type="presParOf" srcId="{85E2750F-C739-4C07-96AF-D537695E82C6}" destId="{1B730521-CC75-4638-8D28-E86B4F60340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979BCD-FE58-4456-AC3A-D21822114051}" type="doc">
      <dgm:prSet loTypeId="urn:microsoft.com/office/officeart/2005/8/layout/chevron2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79459B6-0AC0-4373-BDF7-49ADBC0C643E}">
      <dgm:prSet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Social Impact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D54349-31F0-4418-A598-851A5D887CF7}" type="parTrans" cxnId="{6488DCE2-05F1-4349-B998-097E4A9946DF}">
      <dgm:prSet/>
      <dgm:spPr/>
      <dgm:t>
        <a:bodyPr/>
        <a:lstStyle/>
        <a:p>
          <a:endParaRPr lang="en-IN"/>
        </a:p>
      </dgm:t>
    </dgm:pt>
    <dgm:pt modelId="{BE02B1A0-2BB8-4611-B47D-72E44BF7F052}" type="sibTrans" cxnId="{6488DCE2-05F1-4349-B998-097E4A9946DF}">
      <dgm:prSet/>
      <dgm:spPr/>
      <dgm:t>
        <a:bodyPr/>
        <a:lstStyle/>
        <a:p>
          <a:endParaRPr lang="en-IN"/>
        </a:p>
      </dgm:t>
    </dgm:pt>
    <dgm:pt modelId="{3FE7358B-4E78-4002-8298-1E35E159C7B6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Reduces digital literacy barriers. </a:t>
          </a:r>
        </a:p>
      </dgm:t>
    </dgm:pt>
    <dgm:pt modelId="{6F285465-8624-402A-BEDB-0BE16FC0E701}" type="parTrans" cxnId="{FE1D8C00-61F6-4C5A-BCAE-7BF394BAFF3E}">
      <dgm:prSet/>
      <dgm:spPr/>
      <dgm:t>
        <a:bodyPr/>
        <a:lstStyle/>
        <a:p>
          <a:endParaRPr lang="en-IN"/>
        </a:p>
      </dgm:t>
    </dgm:pt>
    <dgm:pt modelId="{789387F0-3923-4D27-AC56-1BBFEA5B446B}" type="sibTrans" cxnId="{FE1D8C00-61F6-4C5A-BCAE-7BF394BAFF3E}">
      <dgm:prSet/>
      <dgm:spPr/>
      <dgm:t>
        <a:bodyPr/>
        <a:lstStyle/>
        <a:p>
          <a:endParaRPr lang="en-IN"/>
        </a:p>
      </dgm:t>
    </dgm:pt>
    <dgm:pt modelId="{4E322101-07D1-4054-AF8B-FA3828A6A98B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Enables artisans to interact in their familiar language. </a:t>
          </a:r>
        </a:p>
      </dgm:t>
    </dgm:pt>
    <dgm:pt modelId="{64D8DE4C-B50E-4F25-8A38-9AE8F3F6833D}" type="parTrans" cxnId="{67CE7028-AAE7-4C24-B5FD-5852D030BBED}">
      <dgm:prSet/>
      <dgm:spPr/>
      <dgm:t>
        <a:bodyPr/>
        <a:lstStyle/>
        <a:p>
          <a:endParaRPr lang="en-IN"/>
        </a:p>
      </dgm:t>
    </dgm:pt>
    <dgm:pt modelId="{66548670-013D-40CF-A620-8E066BC15ACD}" type="sibTrans" cxnId="{67CE7028-AAE7-4C24-B5FD-5852D030BBED}">
      <dgm:prSet/>
      <dgm:spPr/>
      <dgm:t>
        <a:bodyPr/>
        <a:lstStyle/>
        <a:p>
          <a:endParaRPr lang="en-IN"/>
        </a:p>
      </dgm:t>
    </dgm:pt>
    <dgm:pt modelId="{94B85254-91A3-4333-B568-2D5F60B29EFC}">
      <dgm:prSet custT="1"/>
      <dgm:spPr/>
      <dgm:t>
        <a:bodyPr/>
        <a:lstStyle/>
        <a:p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Gives marginalized artisans greater independence in digital commerce. </a:t>
          </a:r>
        </a:p>
      </dgm:t>
    </dgm:pt>
    <dgm:pt modelId="{58188117-180C-432E-B786-D09B63E67653}" type="parTrans" cxnId="{4733AC6C-0E5C-448D-9DBD-F073AB1AF792}">
      <dgm:prSet/>
      <dgm:spPr/>
      <dgm:t>
        <a:bodyPr/>
        <a:lstStyle/>
        <a:p>
          <a:endParaRPr lang="en-IN"/>
        </a:p>
      </dgm:t>
    </dgm:pt>
    <dgm:pt modelId="{E8E9353B-C1FD-4CE4-AB33-4383465985BA}" type="sibTrans" cxnId="{4733AC6C-0E5C-448D-9DBD-F073AB1AF792}">
      <dgm:prSet/>
      <dgm:spPr/>
      <dgm:t>
        <a:bodyPr/>
        <a:lstStyle/>
        <a:p>
          <a:endParaRPr lang="en-IN"/>
        </a:p>
      </dgm:t>
    </dgm:pt>
    <dgm:pt modelId="{EF23EB6F-6C26-4C90-B5AE-656BC79B7803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Preserves individual artisan stories and knowledge. </a:t>
          </a:r>
        </a:p>
      </dgm:t>
    </dgm:pt>
    <dgm:pt modelId="{CBFED20E-BEBB-41BA-8DDE-7933A37BFD64}" type="parTrans" cxnId="{75402818-A839-4983-ABE4-7D589E706CF3}">
      <dgm:prSet/>
      <dgm:spPr/>
      <dgm:t>
        <a:bodyPr/>
        <a:lstStyle/>
        <a:p>
          <a:endParaRPr lang="en-IN"/>
        </a:p>
      </dgm:t>
    </dgm:pt>
    <dgm:pt modelId="{79CA2AB2-5426-4442-B53C-1458712DC85D}" type="sibTrans" cxnId="{75402818-A839-4983-ABE4-7D589E706CF3}">
      <dgm:prSet/>
      <dgm:spPr/>
      <dgm:t>
        <a:bodyPr/>
        <a:lstStyle/>
        <a:p>
          <a:endParaRPr lang="en-IN"/>
        </a:p>
      </dgm:t>
    </dgm:pt>
    <dgm:pt modelId="{4CBE6276-5AAE-48B1-AF91-585E359A85C5}">
      <dgm:prSet custT="1"/>
      <dgm:spPr/>
      <dgm:t>
        <a:bodyPr/>
        <a:lstStyle/>
        <a:p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Encourages participation in the digital economy. </a:t>
          </a:r>
        </a:p>
      </dgm:t>
    </dgm:pt>
    <dgm:pt modelId="{A452503D-FE8D-42C3-8FFE-51254045ED6E}" type="parTrans" cxnId="{DF25A4E9-6136-4D95-89A8-208D7D33298D}">
      <dgm:prSet/>
      <dgm:spPr/>
      <dgm:t>
        <a:bodyPr/>
        <a:lstStyle/>
        <a:p>
          <a:endParaRPr lang="en-IN"/>
        </a:p>
      </dgm:t>
    </dgm:pt>
    <dgm:pt modelId="{2F32180F-4A49-42D4-A064-0FEF02455157}" type="sibTrans" cxnId="{DF25A4E9-6136-4D95-89A8-208D7D33298D}">
      <dgm:prSet/>
      <dgm:spPr/>
      <dgm:t>
        <a:bodyPr/>
        <a:lstStyle/>
        <a:p>
          <a:endParaRPr lang="en-IN"/>
        </a:p>
      </dgm:t>
    </dgm:pt>
    <dgm:pt modelId="{B6B5B7ED-54BA-4ABE-8DE3-C764BF3F3FBE}">
      <dgm:prSet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Economic Impact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64FD08-2D8A-4EBF-BC7C-87EF1148A0D5}" type="parTrans" cxnId="{B7012131-A39B-446B-8332-8CAC3D7C11D5}">
      <dgm:prSet/>
      <dgm:spPr/>
      <dgm:t>
        <a:bodyPr/>
        <a:lstStyle/>
        <a:p>
          <a:endParaRPr lang="en-IN"/>
        </a:p>
      </dgm:t>
    </dgm:pt>
    <dgm:pt modelId="{480ADBDE-A775-4521-B67F-FBF260B2FAC3}" type="sibTrans" cxnId="{B7012131-A39B-446B-8332-8CAC3D7C11D5}">
      <dgm:prSet/>
      <dgm:spPr/>
      <dgm:t>
        <a:bodyPr/>
        <a:lstStyle/>
        <a:p>
          <a:endParaRPr lang="en-IN"/>
        </a:p>
      </dgm:t>
    </dgm:pt>
    <dgm:pt modelId="{25D790F0-249B-4306-A8E3-E8F1E5F2CAF3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Enables year-round digital selling capability. </a:t>
          </a:r>
        </a:p>
      </dgm:t>
    </dgm:pt>
    <dgm:pt modelId="{87AEE1EC-9B7B-4775-992F-779C5CB5FF0B}" type="parTrans" cxnId="{4D69A057-4564-46CE-865D-930CF1C37253}">
      <dgm:prSet/>
      <dgm:spPr/>
      <dgm:t>
        <a:bodyPr/>
        <a:lstStyle/>
        <a:p>
          <a:endParaRPr lang="en-IN"/>
        </a:p>
      </dgm:t>
    </dgm:pt>
    <dgm:pt modelId="{16EBEB7D-3AA1-4E69-893F-4F4E956686B5}" type="sibTrans" cxnId="{4D69A057-4564-46CE-865D-930CF1C37253}">
      <dgm:prSet/>
      <dgm:spPr/>
      <dgm:t>
        <a:bodyPr/>
        <a:lstStyle/>
        <a:p>
          <a:endParaRPr lang="en-IN"/>
        </a:p>
      </dgm:t>
    </dgm:pt>
    <dgm:pt modelId="{4997719B-BFD0-472F-8C3D-988F0DC39C2C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Improves product presentation. </a:t>
          </a:r>
        </a:p>
      </dgm:t>
    </dgm:pt>
    <dgm:pt modelId="{9B81A86E-6B4A-4CD9-AA25-753996E78B51}" type="parTrans" cxnId="{0EF236EC-40EA-4366-B330-9ACA60BDFA07}">
      <dgm:prSet/>
      <dgm:spPr/>
      <dgm:t>
        <a:bodyPr/>
        <a:lstStyle/>
        <a:p>
          <a:endParaRPr lang="en-IN"/>
        </a:p>
      </dgm:t>
    </dgm:pt>
    <dgm:pt modelId="{9330943C-BF22-4E45-94EE-F0663319B383}" type="sibTrans" cxnId="{0EF236EC-40EA-4366-B330-9ACA60BDFA07}">
      <dgm:prSet/>
      <dgm:spPr/>
      <dgm:t>
        <a:bodyPr/>
        <a:lstStyle/>
        <a:p>
          <a:endParaRPr lang="en-IN"/>
        </a:p>
      </dgm:t>
    </dgm:pt>
    <dgm:pt modelId="{9B674765-6B37-4DD1-ACC4-9F5596B9DB6D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Helps artisans make more informed pricing decisions. </a:t>
          </a:r>
        </a:p>
      </dgm:t>
    </dgm:pt>
    <dgm:pt modelId="{ED690699-C550-48A3-81CB-8141F7F405B7}" type="parTrans" cxnId="{ECC5460F-0419-497F-8BB3-5D317ABFB084}">
      <dgm:prSet/>
      <dgm:spPr/>
      <dgm:t>
        <a:bodyPr/>
        <a:lstStyle/>
        <a:p>
          <a:endParaRPr lang="en-IN"/>
        </a:p>
      </dgm:t>
    </dgm:pt>
    <dgm:pt modelId="{CD1D25F8-9EE5-4105-8160-0877C21DFC60}" type="sibTrans" cxnId="{ECC5460F-0419-497F-8BB3-5D317ABFB084}">
      <dgm:prSet/>
      <dgm:spPr/>
      <dgm:t>
        <a:bodyPr/>
        <a:lstStyle/>
        <a:p>
          <a:endParaRPr lang="en-IN"/>
        </a:p>
      </dgm:t>
    </dgm:pt>
    <dgm:pt modelId="{3611F39A-942C-4452-B426-926F79330E56}">
      <dgm:prSet custT="1"/>
      <dgm:spPr/>
      <dgm:t>
        <a:bodyPr/>
        <a:lstStyle/>
        <a:p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Reduces dependence on intermediaries for basic digital cataloging. </a:t>
          </a:r>
        </a:p>
      </dgm:t>
    </dgm:pt>
    <dgm:pt modelId="{1C2391C6-346E-46B5-B8A1-EAA446039B57}" type="parTrans" cxnId="{CF65B6E7-5490-411E-B70D-C1D00D495906}">
      <dgm:prSet/>
      <dgm:spPr/>
      <dgm:t>
        <a:bodyPr/>
        <a:lstStyle/>
        <a:p>
          <a:endParaRPr lang="en-IN"/>
        </a:p>
      </dgm:t>
    </dgm:pt>
    <dgm:pt modelId="{513C0EFA-37DF-4343-AA34-4838BBD061E5}" type="sibTrans" cxnId="{CF65B6E7-5490-411E-B70D-C1D00D495906}">
      <dgm:prSet/>
      <dgm:spPr/>
      <dgm:t>
        <a:bodyPr/>
        <a:lstStyle/>
        <a:p>
          <a:endParaRPr lang="en-IN"/>
        </a:p>
      </dgm:t>
    </dgm:pt>
    <dgm:pt modelId="{7B7A4175-6FF2-4302-BD33-08F6ADE42C7A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Makes products easier to discover across digital commerce channels. </a:t>
          </a:r>
        </a:p>
      </dgm:t>
    </dgm:pt>
    <dgm:pt modelId="{9963BA71-F50E-40FC-8283-F174475E4B68}" type="parTrans" cxnId="{E758D6DD-CB78-45E1-B0B9-E6238A17055D}">
      <dgm:prSet/>
      <dgm:spPr/>
      <dgm:t>
        <a:bodyPr/>
        <a:lstStyle/>
        <a:p>
          <a:endParaRPr lang="en-IN"/>
        </a:p>
      </dgm:t>
    </dgm:pt>
    <dgm:pt modelId="{D20341FD-58DD-41F8-903E-758797CD2CBC}" type="sibTrans" cxnId="{E758D6DD-CB78-45E1-B0B9-E6238A17055D}">
      <dgm:prSet/>
      <dgm:spPr/>
      <dgm:t>
        <a:bodyPr/>
        <a:lstStyle/>
        <a:p>
          <a:endParaRPr lang="en-IN"/>
        </a:p>
      </dgm:t>
    </dgm:pt>
    <dgm:pt modelId="{D6EFF88A-03C7-4562-BD36-F0787A5C00FC}">
      <dgm:prSet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Environmental Impact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9FFEC3-3BE6-4676-82C1-AB98F1A7E0FA}" type="parTrans" cxnId="{36AA8581-B2D9-4299-B9BC-24CFBB391AA7}">
      <dgm:prSet/>
      <dgm:spPr/>
      <dgm:t>
        <a:bodyPr/>
        <a:lstStyle/>
        <a:p>
          <a:endParaRPr lang="en-IN"/>
        </a:p>
      </dgm:t>
    </dgm:pt>
    <dgm:pt modelId="{3A79599D-4873-4D29-BCCF-C8DF6E6042C6}" type="sibTrans" cxnId="{36AA8581-B2D9-4299-B9BC-24CFBB391AA7}">
      <dgm:prSet/>
      <dgm:spPr/>
      <dgm:t>
        <a:bodyPr/>
        <a:lstStyle/>
        <a:p>
          <a:endParaRPr lang="en-IN"/>
        </a:p>
      </dgm:t>
    </dgm:pt>
    <dgm:pt modelId="{19637248-BBB8-492B-988E-7ADF77FA13D8}">
      <dgm:prSet custT="1"/>
      <dgm:spPr/>
      <dgm:t>
        <a:bodyPr/>
        <a:lstStyle/>
        <a:p>
          <a:r>
            <a:rPr lang="en-IN" sz="1200" b="0" dirty="0">
              <a:latin typeface="Arial" panose="020B0604020202020204" pitchFamily="34" charset="0"/>
              <a:cs typeface="Arial" panose="020B0604020202020204" pitchFamily="34" charset="0"/>
            </a:rPr>
            <a:t>Unused / Excess Raw Material</a:t>
          </a:r>
        </a:p>
      </dgm:t>
    </dgm:pt>
    <dgm:pt modelId="{D41838EC-39AD-43FC-B920-460F11E3B3BB}" type="parTrans" cxnId="{B83BA331-949E-4A09-8074-08ACB7C94DE6}">
      <dgm:prSet/>
      <dgm:spPr/>
      <dgm:t>
        <a:bodyPr/>
        <a:lstStyle/>
        <a:p>
          <a:endParaRPr lang="en-IN"/>
        </a:p>
      </dgm:t>
    </dgm:pt>
    <dgm:pt modelId="{E5763E4D-B21F-4956-A049-23C72B64DBB8}" type="sibTrans" cxnId="{B83BA331-949E-4A09-8074-08ACB7C94DE6}">
      <dgm:prSet/>
      <dgm:spPr/>
      <dgm:t>
        <a:bodyPr/>
        <a:lstStyle/>
        <a:p>
          <a:endParaRPr lang="en-IN"/>
        </a:p>
      </dgm:t>
    </dgm:pt>
    <dgm:pt modelId="{E0C80681-D71C-4091-85AF-084C0E23CECB}">
      <dgm:prSet custT="1"/>
      <dgm:spPr/>
      <dgm:t>
        <a:bodyPr/>
        <a:lstStyle/>
        <a:p>
          <a:r>
            <a:rPr lang="en-IN" sz="1200" b="0" dirty="0">
              <a:latin typeface="Arial" panose="020B0604020202020204" pitchFamily="34" charset="0"/>
              <a:cs typeface="Arial" panose="020B0604020202020204" pitchFamily="34" charset="0"/>
            </a:rPr>
            <a:t>AI Product Suggestions</a:t>
          </a:r>
        </a:p>
      </dgm:t>
    </dgm:pt>
    <dgm:pt modelId="{3BC0D2FA-FBE7-4262-BECD-64B24288FDE2}" type="parTrans" cxnId="{918D8ADC-1565-45E2-8D2A-69347B526820}">
      <dgm:prSet/>
      <dgm:spPr/>
      <dgm:t>
        <a:bodyPr/>
        <a:lstStyle/>
        <a:p>
          <a:endParaRPr lang="en-IN"/>
        </a:p>
      </dgm:t>
    </dgm:pt>
    <dgm:pt modelId="{3852B204-B3EB-43DC-B7E4-687F58B74AA7}" type="sibTrans" cxnId="{918D8ADC-1565-45E2-8D2A-69347B526820}">
      <dgm:prSet/>
      <dgm:spPr/>
      <dgm:t>
        <a:bodyPr/>
        <a:lstStyle/>
        <a:p>
          <a:endParaRPr lang="en-IN"/>
        </a:p>
      </dgm:t>
    </dgm:pt>
    <dgm:pt modelId="{7D8ACADE-DCFD-4DD0-96AA-490AD6439396}">
      <dgm:prSet custT="1"/>
      <dgm:spPr/>
      <dgm:t>
        <a:bodyPr/>
        <a:lstStyle/>
        <a:p>
          <a:r>
            <a:rPr lang="en-IN" sz="1200" b="0" dirty="0">
              <a:latin typeface="Arial" panose="020B0604020202020204" pitchFamily="34" charset="0"/>
              <a:cs typeface="Arial" panose="020B0604020202020204" pitchFamily="34" charset="0"/>
            </a:rPr>
            <a:t>New Product Possibilities</a:t>
          </a:r>
        </a:p>
      </dgm:t>
    </dgm:pt>
    <dgm:pt modelId="{464AA423-F4C9-40D5-BD23-8A1D92AC77CC}" type="parTrans" cxnId="{4425C6A1-EBED-4771-9F93-499B5712C035}">
      <dgm:prSet/>
      <dgm:spPr/>
      <dgm:t>
        <a:bodyPr/>
        <a:lstStyle/>
        <a:p>
          <a:endParaRPr lang="en-IN"/>
        </a:p>
      </dgm:t>
    </dgm:pt>
    <dgm:pt modelId="{16DB183F-07C5-489F-862C-5C6205740815}" type="sibTrans" cxnId="{4425C6A1-EBED-4771-9F93-499B5712C035}">
      <dgm:prSet/>
      <dgm:spPr/>
      <dgm:t>
        <a:bodyPr/>
        <a:lstStyle/>
        <a:p>
          <a:endParaRPr lang="en-IN"/>
        </a:p>
      </dgm:t>
    </dgm:pt>
    <dgm:pt modelId="{2FC390E4-D023-4F8D-BEE4-3D69EF3A26A9}">
      <dgm:prSet custT="1"/>
      <dgm:spPr/>
      <dgm:t>
        <a:bodyPr/>
        <a:lstStyle/>
        <a:p>
          <a:r>
            <a:rPr lang="en-IN" sz="1200" b="0" dirty="0">
              <a:latin typeface="Arial" panose="020B0604020202020204" pitchFamily="34" charset="0"/>
              <a:cs typeface="Arial" panose="020B0604020202020204" pitchFamily="34" charset="0"/>
            </a:rPr>
            <a:t>Reduced Material Wastage</a:t>
          </a:r>
        </a:p>
      </dgm:t>
    </dgm:pt>
    <dgm:pt modelId="{416A0691-75ED-4357-8E09-2562FC5CB5AD}" type="parTrans" cxnId="{34CC4964-7D79-401B-B6EE-4AA015DA5870}">
      <dgm:prSet/>
      <dgm:spPr/>
      <dgm:t>
        <a:bodyPr/>
        <a:lstStyle/>
        <a:p>
          <a:endParaRPr lang="en-IN"/>
        </a:p>
      </dgm:t>
    </dgm:pt>
    <dgm:pt modelId="{CC258EBF-5DC6-4818-9584-D6E5D94C95E8}" type="sibTrans" cxnId="{34CC4964-7D79-401B-B6EE-4AA015DA5870}">
      <dgm:prSet/>
      <dgm:spPr/>
      <dgm:t>
        <a:bodyPr/>
        <a:lstStyle/>
        <a:p>
          <a:endParaRPr lang="en-IN"/>
        </a:p>
      </dgm:t>
    </dgm:pt>
    <dgm:pt modelId="{6675C6C7-85E4-4C14-A818-63C68278D350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Example: </a:t>
          </a:r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Excess Bamboo → Product Ideas → New Craft Product → Digital Listing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EA2BEF-78A2-43F6-97E6-0927BD23D7B2}" type="parTrans" cxnId="{EC31DCCC-3C27-4FA6-8D48-1E0F47A7055B}">
      <dgm:prSet/>
      <dgm:spPr/>
      <dgm:t>
        <a:bodyPr/>
        <a:lstStyle/>
        <a:p>
          <a:endParaRPr lang="en-IN"/>
        </a:p>
      </dgm:t>
    </dgm:pt>
    <dgm:pt modelId="{2DA36700-1A77-480C-9608-DDF72F68300A}" type="sibTrans" cxnId="{EC31DCCC-3C27-4FA6-8D48-1E0F47A7055B}">
      <dgm:prSet/>
      <dgm:spPr/>
      <dgm:t>
        <a:bodyPr/>
        <a:lstStyle/>
        <a:p>
          <a:endParaRPr lang="en-IN"/>
        </a:p>
      </dgm:t>
    </dgm:pt>
    <dgm:pt modelId="{53AE4055-2233-49FD-AA1D-E89460977AAA}" type="pres">
      <dgm:prSet presAssocID="{61979BCD-FE58-4456-AC3A-D21822114051}" presName="linearFlow" presStyleCnt="0">
        <dgm:presLayoutVars>
          <dgm:dir/>
          <dgm:animLvl val="lvl"/>
          <dgm:resizeHandles val="exact"/>
        </dgm:presLayoutVars>
      </dgm:prSet>
      <dgm:spPr/>
    </dgm:pt>
    <dgm:pt modelId="{FC554E5F-005B-4991-B76E-B414E152E86B}" type="pres">
      <dgm:prSet presAssocID="{A79459B6-0AC0-4373-BDF7-49ADBC0C643E}" presName="composite" presStyleCnt="0"/>
      <dgm:spPr/>
    </dgm:pt>
    <dgm:pt modelId="{EA5CB703-CA61-4F5F-97C1-40C2B7762FFC}" type="pres">
      <dgm:prSet presAssocID="{A79459B6-0AC0-4373-BDF7-49ADBC0C643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6C73FAA-DBDE-48B0-91E3-6FF301ECE67C}" type="pres">
      <dgm:prSet presAssocID="{A79459B6-0AC0-4373-BDF7-49ADBC0C643E}" presName="descendantText" presStyleLbl="alignAcc1" presStyleIdx="0" presStyleCnt="3">
        <dgm:presLayoutVars>
          <dgm:bulletEnabled val="1"/>
        </dgm:presLayoutVars>
      </dgm:prSet>
      <dgm:spPr/>
    </dgm:pt>
    <dgm:pt modelId="{E2DAD26D-DC1C-417A-8B65-A6B8C5A4B7E9}" type="pres">
      <dgm:prSet presAssocID="{BE02B1A0-2BB8-4611-B47D-72E44BF7F052}" presName="sp" presStyleCnt="0"/>
      <dgm:spPr/>
    </dgm:pt>
    <dgm:pt modelId="{E3F4406A-C811-463C-98D8-3CCF38B7BCB0}" type="pres">
      <dgm:prSet presAssocID="{B6B5B7ED-54BA-4ABE-8DE3-C764BF3F3FBE}" presName="composite" presStyleCnt="0"/>
      <dgm:spPr/>
    </dgm:pt>
    <dgm:pt modelId="{47F7A9D7-A78E-487C-AAAC-A46948FC0925}" type="pres">
      <dgm:prSet presAssocID="{B6B5B7ED-54BA-4ABE-8DE3-C764BF3F3FB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1417119-6AE7-4E60-830C-E47434AC61D3}" type="pres">
      <dgm:prSet presAssocID="{B6B5B7ED-54BA-4ABE-8DE3-C764BF3F3FBE}" presName="descendantText" presStyleLbl="alignAcc1" presStyleIdx="1" presStyleCnt="3">
        <dgm:presLayoutVars>
          <dgm:bulletEnabled val="1"/>
        </dgm:presLayoutVars>
      </dgm:prSet>
      <dgm:spPr/>
    </dgm:pt>
    <dgm:pt modelId="{789C5A15-771F-4DD2-80D4-0FFBADC403B8}" type="pres">
      <dgm:prSet presAssocID="{480ADBDE-A775-4521-B67F-FBF260B2FAC3}" presName="sp" presStyleCnt="0"/>
      <dgm:spPr/>
    </dgm:pt>
    <dgm:pt modelId="{F29E96C1-DBD5-4239-899C-5F6A17AC7ACC}" type="pres">
      <dgm:prSet presAssocID="{D6EFF88A-03C7-4562-BD36-F0787A5C00FC}" presName="composite" presStyleCnt="0"/>
      <dgm:spPr/>
    </dgm:pt>
    <dgm:pt modelId="{2799A5DD-EF45-4200-8328-CB509865F753}" type="pres">
      <dgm:prSet presAssocID="{D6EFF88A-03C7-4562-BD36-F0787A5C00F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9CA05E1-C0B7-4C7D-A781-F8473EAED0E3}" type="pres">
      <dgm:prSet presAssocID="{D6EFF88A-03C7-4562-BD36-F0787A5C00FC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E1D8C00-61F6-4C5A-BCAE-7BF394BAFF3E}" srcId="{A79459B6-0AC0-4373-BDF7-49ADBC0C643E}" destId="{3FE7358B-4E78-4002-8298-1E35E159C7B6}" srcOrd="0" destOrd="0" parTransId="{6F285465-8624-402A-BEDB-0BE16FC0E701}" sibTransId="{789387F0-3923-4D27-AC56-1BBFEA5B446B}"/>
    <dgm:cxn modelId="{1F3F2B0D-2746-40C0-977D-E542B5D8BE2A}" type="presOf" srcId="{A79459B6-0AC0-4373-BDF7-49ADBC0C643E}" destId="{EA5CB703-CA61-4F5F-97C1-40C2B7762FFC}" srcOrd="0" destOrd="0" presId="urn:microsoft.com/office/officeart/2005/8/layout/chevron2"/>
    <dgm:cxn modelId="{ECC5460F-0419-497F-8BB3-5D317ABFB084}" srcId="{B6B5B7ED-54BA-4ABE-8DE3-C764BF3F3FBE}" destId="{9B674765-6B37-4DD1-ACC4-9F5596B9DB6D}" srcOrd="2" destOrd="0" parTransId="{ED690699-C550-48A3-81CB-8141F7F405B7}" sibTransId="{CD1D25F8-9EE5-4105-8160-0877C21DFC60}"/>
    <dgm:cxn modelId="{D812880F-797B-4477-9DC1-87A137F61F00}" type="presOf" srcId="{25D790F0-249B-4306-A8E3-E8F1E5F2CAF3}" destId="{A1417119-6AE7-4E60-830C-E47434AC61D3}" srcOrd="0" destOrd="0" presId="urn:microsoft.com/office/officeart/2005/8/layout/chevron2"/>
    <dgm:cxn modelId="{B7AD2A12-505C-4FCB-A1B6-989BC9290B08}" type="presOf" srcId="{D6EFF88A-03C7-4562-BD36-F0787A5C00FC}" destId="{2799A5DD-EF45-4200-8328-CB509865F753}" srcOrd="0" destOrd="0" presId="urn:microsoft.com/office/officeart/2005/8/layout/chevron2"/>
    <dgm:cxn modelId="{C311E214-AD21-40CB-B47D-894AE26E4023}" type="presOf" srcId="{4CBE6276-5AAE-48B1-AF91-585E359A85C5}" destId="{76C73FAA-DBDE-48B0-91E3-6FF301ECE67C}" srcOrd="0" destOrd="4" presId="urn:microsoft.com/office/officeart/2005/8/layout/chevron2"/>
    <dgm:cxn modelId="{75402818-A839-4983-ABE4-7D589E706CF3}" srcId="{A79459B6-0AC0-4373-BDF7-49ADBC0C643E}" destId="{EF23EB6F-6C26-4C90-B5AE-656BC79B7803}" srcOrd="3" destOrd="0" parTransId="{CBFED20E-BEBB-41BA-8DDE-7933A37BFD64}" sibTransId="{79CA2AB2-5426-4442-B53C-1458712DC85D}"/>
    <dgm:cxn modelId="{67CE7028-AAE7-4C24-B5FD-5852D030BBED}" srcId="{A79459B6-0AC0-4373-BDF7-49ADBC0C643E}" destId="{4E322101-07D1-4054-AF8B-FA3828A6A98B}" srcOrd="1" destOrd="0" parTransId="{64D8DE4C-B50E-4F25-8A38-9AE8F3F6833D}" sibTransId="{66548670-013D-40CF-A620-8E066BC15ACD}"/>
    <dgm:cxn modelId="{B7012131-A39B-446B-8332-8CAC3D7C11D5}" srcId="{61979BCD-FE58-4456-AC3A-D21822114051}" destId="{B6B5B7ED-54BA-4ABE-8DE3-C764BF3F3FBE}" srcOrd="1" destOrd="0" parTransId="{9764FD08-2D8A-4EBF-BC7C-87EF1148A0D5}" sibTransId="{480ADBDE-A775-4521-B67F-FBF260B2FAC3}"/>
    <dgm:cxn modelId="{B83BA331-949E-4A09-8074-08ACB7C94DE6}" srcId="{D6EFF88A-03C7-4562-BD36-F0787A5C00FC}" destId="{19637248-BBB8-492B-988E-7ADF77FA13D8}" srcOrd="0" destOrd="0" parTransId="{D41838EC-39AD-43FC-B920-460F11E3B3BB}" sibTransId="{E5763E4D-B21F-4956-A049-23C72B64DBB8}"/>
    <dgm:cxn modelId="{BFED9335-2F9E-4B20-9800-6DB608841679}" type="presOf" srcId="{9B674765-6B37-4DD1-ACC4-9F5596B9DB6D}" destId="{A1417119-6AE7-4E60-830C-E47434AC61D3}" srcOrd="0" destOrd="2" presId="urn:microsoft.com/office/officeart/2005/8/layout/chevron2"/>
    <dgm:cxn modelId="{4482093D-D64F-4E3C-9BA8-62E9A8ED0E98}" type="presOf" srcId="{6675C6C7-85E4-4C14-A818-63C68278D350}" destId="{D9CA05E1-C0B7-4C7D-A781-F8473EAED0E3}" srcOrd="0" destOrd="4" presId="urn:microsoft.com/office/officeart/2005/8/layout/chevron2"/>
    <dgm:cxn modelId="{34CC4964-7D79-401B-B6EE-4AA015DA5870}" srcId="{D6EFF88A-03C7-4562-BD36-F0787A5C00FC}" destId="{2FC390E4-D023-4F8D-BEE4-3D69EF3A26A9}" srcOrd="3" destOrd="0" parTransId="{416A0691-75ED-4357-8E09-2562FC5CB5AD}" sibTransId="{CC258EBF-5DC6-4818-9584-D6E5D94C95E8}"/>
    <dgm:cxn modelId="{5658FD67-AD54-47B8-A602-FD96FB1C5064}" type="presOf" srcId="{3611F39A-942C-4452-B426-926F79330E56}" destId="{A1417119-6AE7-4E60-830C-E47434AC61D3}" srcOrd="0" destOrd="3" presId="urn:microsoft.com/office/officeart/2005/8/layout/chevron2"/>
    <dgm:cxn modelId="{4733AC6C-0E5C-448D-9DBD-F073AB1AF792}" srcId="{A79459B6-0AC0-4373-BDF7-49ADBC0C643E}" destId="{94B85254-91A3-4333-B568-2D5F60B29EFC}" srcOrd="2" destOrd="0" parTransId="{58188117-180C-432E-B786-D09B63E67653}" sibTransId="{E8E9353B-C1FD-4CE4-AB33-4383465985BA}"/>
    <dgm:cxn modelId="{798A5052-1C28-4475-86B9-193D215E1DEE}" type="presOf" srcId="{B6B5B7ED-54BA-4ABE-8DE3-C764BF3F3FBE}" destId="{47F7A9D7-A78E-487C-AAAC-A46948FC0925}" srcOrd="0" destOrd="0" presId="urn:microsoft.com/office/officeart/2005/8/layout/chevron2"/>
    <dgm:cxn modelId="{41CF3753-5206-468E-836F-116D8605415E}" type="presOf" srcId="{61979BCD-FE58-4456-AC3A-D21822114051}" destId="{53AE4055-2233-49FD-AA1D-E89460977AAA}" srcOrd="0" destOrd="0" presId="urn:microsoft.com/office/officeart/2005/8/layout/chevron2"/>
    <dgm:cxn modelId="{4D69A057-4564-46CE-865D-930CF1C37253}" srcId="{B6B5B7ED-54BA-4ABE-8DE3-C764BF3F3FBE}" destId="{25D790F0-249B-4306-A8E3-E8F1E5F2CAF3}" srcOrd="0" destOrd="0" parTransId="{87AEE1EC-9B7B-4775-992F-779C5CB5FF0B}" sibTransId="{16EBEB7D-3AA1-4E69-893F-4F4E956686B5}"/>
    <dgm:cxn modelId="{9B35097A-6D8A-4CE8-8D01-E5C0F65B2338}" type="presOf" srcId="{3FE7358B-4E78-4002-8298-1E35E159C7B6}" destId="{76C73FAA-DBDE-48B0-91E3-6FF301ECE67C}" srcOrd="0" destOrd="0" presId="urn:microsoft.com/office/officeart/2005/8/layout/chevron2"/>
    <dgm:cxn modelId="{11346E7C-2B7A-42E8-960D-8FB86C58D8CD}" type="presOf" srcId="{E0C80681-D71C-4091-85AF-084C0E23CECB}" destId="{D9CA05E1-C0B7-4C7D-A781-F8473EAED0E3}" srcOrd="0" destOrd="1" presId="urn:microsoft.com/office/officeart/2005/8/layout/chevron2"/>
    <dgm:cxn modelId="{36AA8581-B2D9-4299-B9BC-24CFBB391AA7}" srcId="{61979BCD-FE58-4456-AC3A-D21822114051}" destId="{D6EFF88A-03C7-4562-BD36-F0787A5C00FC}" srcOrd="2" destOrd="0" parTransId="{DA9FFEC3-3BE6-4676-82C1-AB98F1A7E0FA}" sibTransId="{3A79599D-4873-4D29-BCCF-C8DF6E6042C6}"/>
    <dgm:cxn modelId="{4425C6A1-EBED-4771-9F93-499B5712C035}" srcId="{D6EFF88A-03C7-4562-BD36-F0787A5C00FC}" destId="{7D8ACADE-DCFD-4DD0-96AA-490AD6439396}" srcOrd="2" destOrd="0" parTransId="{464AA423-F4C9-40D5-BD23-8A1D92AC77CC}" sibTransId="{16DB183F-07C5-489F-862C-5C6205740815}"/>
    <dgm:cxn modelId="{664308A8-E65B-4097-A61E-C93B5ABCF8F8}" type="presOf" srcId="{EF23EB6F-6C26-4C90-B5AE-656BC79B7803}" destId="{76C73FAA-DBDE-48B0-91E3-6FF301ECE67C}" srcOrd="0" destOrd="3" presId="urn:microsoft.com/office/officeart/2005/8/layout/chevron2"/>
    <dgm:cxn modelId="{8A8312B7-4D5E-425B-B7C4-9442608C4E1A}" type="presOf" srcId="{19637248-BBB8-492B-988E-7ADF77FA13D8}" destId="{D9CA05E1-C0B7-4C7D-A781-F8473EAED0E3}" srcOrd="0" destOrd="0" presId="urn:microsoft.com/office/officeart/2005/8/layout/chevron2"/>
    <dgm:cxn modelId="{94AE68CC-8C17-4354-A672-DD50155EF8CF}" type="presOf" srcId="{7D8ACADE-DCFD-4DD0-96AA-490AD6439396}" destId="{D9CA05E1-C0B7-4C7D-A781-F8473EAED0E3}" srcOrd="0" destOrd="2" presId="urn:microsoft.com/office/officeart/2005/8/layout/chevron2"/>
    <dgm:cxn modelId="{EC31DCCC-3C27-4FA6-8D48-1E0F47A7055B}" srcId="{D6EFF88A-03C7-4562-BD36-F0787A5C00FC}" destId="{6675C6C7-85E4-4C14-A818-63C68278D350}" srcOrd="4" destOrd="0" parTransId="{E2EA2BEF-78A2-43F6-97E6-0927BD23D7B2}" sibTransId="{2DA36700-1A77-480C-9608-DDF72F68300A}"/>
    <dgm:cxn modelId="{5F2AE4D8-79D3-4578-884B-826EAAACDEE2}" type="presOf" srcId="{4997719B-BFD0-472F-8C3D-988F0DC39C2C}" destId="{A1417119-6AE7-4E60-830C-E47434AC61D3}" srcOrd="0" destOrd="1" presId="urn:microsoft.com/office/officeart/2005/8/layout/chevron2"/>
    <dgm:cxn modelId="{918D8ADC-1565-45E2-8D2A-69347B526820}" srcId="{D6EFF88A-03C7-4562-BD36-F0787A5C00FC}" destId="{E0C80681-D71C-4091-85AF-084C0E23CECB}" srcOrd="1" destOrd="0" parTransId="{3BC0D2FA-FBE7-4262-BECD-64B24288FDE2}" sibTransId="{3852B204-B3EB-43DC-B7E4-687F58B74AA7}"/>
    <dgm:cxn modelId="{E758D6DD-CB78-45E1-B0B9-E6238A17055D}" srcId="{B6B5B7ED-54BA-4ABE-8DE3-C764BF3F3FBE}" destId="{7B7A4175-6FF2-4302-BD33-08F6ADE42C7A}" srcOrd="4" destOrd="0" parTransId="{9963BA71-F50E-40FC-8283-F174475E4B68}" sibTransId="{D20341FD-58DD-41F8-903E-758797CD2CBC}"/>
    <dgm:cxn modelId="{BCE89EE0-28EA-4DBA-A23C-8C1AD710E644}" type="presOf" srcId="{2FC390E4-D023-4F8D-BEE4-3D69EF3A26A9}" destId="{D9CA05E1-C0B7-4C7D-A781-F8473EAED0E3}" srcOrd="0" destOrd="3" presId="urn:microsoft.com/office/officeart/2005/8/layout/chevron2"/>
    <dgm:cxn modelId="{6488DCE2-05F1-4349-B998-097E4A9946DF}" srcId="{61979BCD-FE58-4456-AC3A-D21822114051}" destId="{A79459B6-0AC0-4373-BDF7-49ADBC0C643E}" srcOrd="0" destOrd="0" parTransId="{F7D54349-31F0-4418-A598-851A5D887CF7}" sibTransId="{BE02B1A0-2BB8-4611-B47D-72E44BF7F052}"/>
    <dgm:cxn modelId="{0752A1E4-F1F6-42EB-B665-9A0D7A62E93D}" type="presOf" srcId="{94B85254-91A3-4333-B568-2D5F60B29EFC}" destId="{76C73FAA-DBDE-48B0-91E3-6FF301ECE67C}" srcOrd="0" destOrd="2" presId="urn:microsoft.com/office/officeart/2005/8/layout/chevron2"/>
    <dgm:cxn modelId="{CF65B6E7-5490-411E-B70D-C1D00D495906}" srcId="{B6B5B7ED-54BA-4ABE-8DE3-C764BF3F3FBE}" destId="{3611F39A-942C-4452-B426-926F79330E56}" srcOrd="3" destOrd="0" parTransId="{1C2391C6-346E-46B5-B8A1-EAA446039B57}" sibTransId="{513C0EFA-37DF-4343-AA34-4838BBD061E5}"/>
    <dgm:cxn modelId="{DF25A4E9-6136-4D95-89A8-208D7D33298D}" srcId="{A79459B6-0AC0-4373-BDF7-49ADBC0C643E}" destId="{4CBE6276-5AAE-48B1-AF91-585E359A85C5}" srcOrd="4" destOrd="0" parTransId="{A452503D-FE8D-42C3-8FFE-51254045ED6E}" sibTransId="{2F32180F-4A49-42D4-A064-0FEF02455157}"/>
    <dgm:cxn modelId="{49B3DFEA-1BE6-4FC6-BABA-77456C19DABB}" type="presOf" srcId="{4E322101-07D1-4054-AF8B-FA3828A6A98B}" destId="{76C73FAA-DBDE-48B0-91E3-6FF301ECE67C}" srcOrd="0" destOrd="1" presId="urn:microsoft.com/office/officeart/2005/8/layout/chevron2"/>
    <dgm:cxn modelId="{0EF236EC-40EA-4366-B330-9ACA60BDFA07}" srcId="{B6B5B7ED-54BA-4ABE-8DE3-C764BF3F3FBE}" destId="{4997719B-BFD0-472F-8C3D-988F0DC39C2C}" srcOrd="1" destOrd="0" parTransId="{9B81A86E-6B4A-4CD9-AA25-753996E78B51}" sibTransId="{9330943C-BF22-4E45-94EE-F0663319B383}"/>
    <dgm:cxn modelId="{3B7FF0FD-BB51-4199-A203-86D0041CECF2}" type="presOf" srcId="{7B7A4175-6FF2-4302-BD33-08F6ADE42C7A}" destId="{A1417119-6AE7-4E60-830C-E47434AC61D3}" srcOrd="0" destOrd="4" presId="urn:microsoft.com/office/officeart/2005/8/layout/chevron2"/>
    <dgm:cxn modelId="{3FD6A80C-1A8F-4782-B8EE-4D2C6747737A}" type="presParOf" srcId="{53AE4055-2233-49FD-AA1D-E89460977AAA}" destId="{FC554E5F-005B-4991-B76E-B414E152E86B}" srcOrd="0" destOrd="0" presId="urn:microsoft.com/office/officeart/2005/8/layout/chevron2"/>
    <dgm:cxn modelId="{A50B3E3B-BA36-4ED5-BAA5-E0D0551B89A3}" type="presParOf" srcId="{FC554E5F-005B-4991-B76E-B414E152E86B}" destId="{EA5CB703-CA61-4F5F-97C1-40C2B7762FFC}" srcOrd="0" destOrd="0" presId="urn:microsoft.com/office/officeart/2005/8/layout/chevron2"/>
    <dgm:cxn modelId="{0B44CAD6-39F0-4384-81E6-2CA333F3D00E}" type="presParOf" srcId="{FC554E5F-005B-4991-B76E-B414E152E86B}" destId="{76C73FAA-DBDE-48B0-91E3-6FF301ECE67C}" srcOrd="1" destOrd="0" presId="urn:microsoft.com/office/officeart/2005/8/layout/chevron2"/>
    <dgm:cxn modelId="{AC9911C9-49D0-48B6-8B0A-58B968093601}" type="presParOf" srcId="{53AE4055-2233-49FD-AA1D-E89460977AAA}" destId="{E2DAD26D-DC1C-417A-8B65-A6B8C5A4B7E9}" srcOrd="1" destOrd="0" presId="urn:microsoft.com/office/officeart/2005/8/layout/chevron2"/>
    <dgm:cxn modelId="{1E10BDAD-D99E-49A3-BBF5-4A8A322108EB}" type="presParOf" srcId="{53AE4055-2233-49FD-AA1D-E89460977AAA}" destId="{E3F4406A-C811-463C-98D8-3CCF38B7BCB0}" srcOrd="2" destOrd="0" presId="urn:microsoft.com/office/officeart/2005/8/layout/chevron2"/>
    <dgm:cxn modelId="{D85ABB57-132C-422B-8E56-704C4D828ACE}" type="presParOf" srcId="{E3F4406A-C811-463C-98D8-3CCF38B7BCB0}" destId="{47F7A9D7-A78E-487C-AAAC-A46948FC0925}" srcOrd="0" destOrd="0" presId="urn:microsoft.com/office/officeart/2005/8/layout/chevron2"/>
    <dgm:cxn modelId="{6183D6ED-C1D7-4F81-A142-40D716AA48C1}" type="presParOf" srcId="{E3F4406A-C811-463C-98D8-3CCF38B7BCB0}" destId="{A1417119-6AE7-4E60-830C-E47434AC61D3}" srcOrd="1" destOrd="0" presId="urn:microsoft.com/office/officeart/2005/8/layout/chevron2"/>
    <dgm:cxn modelId="{8F4084A1-9E2F-44F4-8A5E-31F2F26EF1BC}" type="presParOf" srcId="{53AE4055-2233-49FD-AA1D-E89460977AAA}" destId="{789C5A15-771F-4DD2-80D4-0FFBADC403B8}" srcOrd="3" destOrd="0" presId="urn:microsoft.com/office/officeart/2005/8/layout/chevron2"/>
    <dgm:cxn modelId="{4846FC59-3DEC-483E-BDFD-937B3433569D}" type="presParOf" srcId="{53AE4055-2233-49FD-AA1D-E89460977AAA}" destId="{F29E96C1-DBD5-4239-899C-5F6A17AC7ACC}" srcOrd="4" destOrd="0" presId="urn:microsoft.com/office/officeart/2005/8/layout/chevron2"/>
    <dgm:cxn modelId="{02ECB406-D536-4D38-A8AB-34C0E15ED181}" type="presParOf" srcId="{F29E96C1-DBD5-4239-899C-5F6A17AC7ACC}" destId="{2799A5DD-EF45-4200-8328-CB509865F753}" srcOrd="0" destOrd="0" presId="urn:microsoft.com/office/officeart/2005/8/layout/chevron2"/>
    <dgm:cxn modelId="{6F9E1578-60FB-40CE-8825-C5593FCBA048}" type="presParOf" srcId="{F29E96C1-DBD5-4239-899C-5F6A17AC7ACC}" destId="{D9CA05E1-C0B7-4C7D-A781-F8473EAED0E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99A28B-6ECB-4152-B74A-5733B3713E95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372284B8-B4FD-41C7-A577-1C0D62FF3F0B}">
      <dgm:prSet/>
      <dgm:spPr/>
      <dgm:t>
        <a:bodyPr/>
        <a:lstStyle/>
        <a:p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Raw Material Cataloging</a:t>
          </a:r>
          <a:endParaRPr lang="en-IN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7DED20-4910-4FCB-9ADD-AD89912CE151}" type="parTrans" cxnId="{AB484D51-C3C8-48D9-A527-CCA4D3C1A9D6}">
      <dgm:prSet/>
      <dgm:spPr/>
      <dgm:t>
        <a:bodyPr/>
        <a:lstStyle/>
        <a:p>
          <a:endParaRPr lang="en-IN"/>
        </a:p>
      </dgm:t>
    </dgm:pt>
    <dgm:pt modelId="{BBC8B0F1-3C13-4AC8-B5DA-CCADD703DA98}" type="sibTrans" cxnId="{AB484D51-C3C8-48D9-A527-CCA4D3C1A9D6}">
      <dgm:prSet/>
      <dgm:spPr/>
      <dgm:t>
        <a:bodyPr/>
        <a:lstStyle/>
        <a:p>
          <a:endParaRPr lang="en-IN"/>
        </a:p>
      </dgm:t>
    </dgm:pt>
    <dgm:pt modelId="{D5610BBF-EAE3-47AA-9AA7-1BE577C65DF6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Artisans can digitally catalog and sell available raw materials through external e-commerce channels.</a:t>
          </a:r>
        </a:p>
      </dgm:t>
    </dgm:pt>
    <dgm:pt modelId="{59F74D5C-B395-4DD6-A289-26F61D7BA7BB}" type="parTrans" cxnId="{2EB51B4C-2F94-4BEF-9E87-8012D56F0753}">
      <dgm:prSet/>
      <dgm:spPr/>
      <dgm:t>
        <a:bodyPr/>
        <a:lstStyle/>
        <a:p>
          <a:endParaRPr lang="en-IN"/>
        </a:p>
      </dgm:t>
    </dgm:pt>
    <dgm:pt modelId="{78FAB31C-CEBD-405B-BF98-4F56B2AD6510}" type="sibTrans" cxnId="{2EB51B4C-2F94-4BEF-9E87-8012D56F0753}">
      <dgm:prSet/>
      <dgm:spPr/>
      <dgm:t>
        <a:bodyPr/>
        <a:lstStyle/>
        <a:p>
          <a:endParaRPr lang="en-IN"/>
        </a:p>
      </dgm:t>
    </dgm:pt>
    <dgm:pt modelId="{BB7B1B5C-DD36-4EDB-ABB0-6949476A7556}">
      <dgm:prSet/>
      <dgm:spPr/>
      <dgm:t>
        <a:bodyPr/>
        <a:lstStyle/>
        <a:p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AI Photo Quality Coach</a:t>
          </a:r>
          <a:endParaRPr lang="en-IN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E2B154-DAEF-4B93-82FC-8C5AC4041E7F}" type="parTrans" cxnId="{4489594C-257B-48DD-83AF-126EF0F5CB8F}">
      <dgm:prSet/>
      <dgm:spPr/>
      <dgm:t>
        <a:bodyPr/>
        <a:lstStyle/>
        <a:p>
          <a:endParaRPr lang="en-IN"/>
        </a:p>
      </dgm:t>
    </dgm:pt>
    <dgm:pt modelId="{5D79CBDE-7673-4061-BD39-227250A89F6A}" type="sibTrans" cxnId="{4489594C-257B-48DD-83AF-126EF0F5CB8F}">
      <dgm:prSet/>
      <dgm:spPr/>
      <dgm:t>
        <a:bodyPr/>
        <a:lstStyle/>
        <a:p>
          <a:endParaRPr lang="en-IN"/>
        </a:p>
      </dgm:t>
    </dgm:pt>
    <dgm:pt modelId="{2AE6AD38-29EF-4CBF-9B22-534119B480FA}">
      <dgm:prSet custT="1"/>
      <dgm:spPr/>
      <dgm:t>
        <a:bodyPr/>
        <a:lstStyle/>
        <a:p>
          <a:r>
            <a:rPr lang="en-IN" sz="1100" dirty="0">
              <a:latin typeface="Arial" panose="020B0604020202020204" pitchFamily="34" charset="0"/>
              <a:cs typeface="Arial" panose="020B0604020202020204" pitchFamily="34" charset="0"/>
            </a:rPr>
            <a:t>Instead of simply enhancing an image, KAI explains what is wrong:</a:t>
          </a:r>
        </a:p>
      </dgm:t>
    </dgm:pt>
    <dgm:pt modelId="{ADAAFE07-F35A-46B4-876A-8E5474150F72}" type="parTrans" cxnId="{297F6AE9-BB0E-4CCE-B330-1AA7C3D5EE84}">
      <dgm:prSet/>
      <dgm:spPr/>
      <dgm:t>
        <a:bodyPr/>
        <a:lstStyle/>
        <a:p>
          <a:endParaRPr lang="en-IN"/>
        </a:p>
      </dgm:t>
    </dgm:pt>
    <dgm:pt modelId="{20BC8F1B-FDFD-4496-B886-E2528921F207}" type="sibTrans" cxnId="{297F6AE9-BB0E-4CCE-B330-1AA7C3D5EE84}">
      <dgm:prSet/>
      <dgm:spPr/>
      <dgm:t>
        <a:bodyPr/>
        <a:lstStyle/>
        <a:p>
          <a:endParaRPr lang="en-IN"/>
        </a:p>
      </dgm:t>
    </dgm:pt>
    <dgm:pt modelId="{1909A84B-8F33-46A3-B37B-1AC0FC0D7618}">
      <dgm:prSet/>
      <dgm:spPr/>
      <dgm:t>
        <a:bodyPr/>
        <a:lstStyle/>
        <a:p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Craft Story Preservation</a:t>
          </a:r>
          <a:endParaRPr lang="en-IN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91F05C-02EF-4A9E-8287-E8163D44F2FA}" type="parTrans" cxnId="{9C482B21-083B-4506-A5D3-B6A123231A0C}">
      <dgm:prSet/>
      <dgm:spPr/>
      <dgm:t>
        <a:bodyPr/>
        <a:lstStyle/>
        <a:p>
          <a:endParaRPr lang="en-IN"/>
        </a:p>
      </dgm:t>
    </dgm:pt>
    <dgm:pt modelId="{E0A35A2B-D0DE-4915-B820-A64618737EA6}" type="sibTrans" cxnId="{9C482B21-083B-4506-A5D3-B6A123231A0C}">
      <dgm:prSet/>
      <dgm:spPr/>
      <dgm:t>
        <a:bodyPr/>
        <a:lstStyle/>
        <a:p>
          <a:endParaRPr lang="en-IN"/>
        </a:p>
      </dgm:t>
    </dgm:pt>
    <dgm:pt modelId="{DBBA4673-A623-46BD-9A9C-0D7CD35CB236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Converts the artisan's personal narration into a digital product story.</a:t>
          </a:r>
        </a:p>
      </dgm:t>
    </dgm:pt>
    <dgm:pt modelId="{AEC6252E-566B-4DD0-AA9A-DA89D747793E}" type="parTrans" cxnId="{EE16E21C-2663-470A-8840-95001109C4BE}">
      <dgm:prSet/>
      <dgm:spPr/>
      <dgm:t>
        <a:bodyPr/>
        <a:lstStyle/>
        <a:p>
          <a:endParaRPr lang="en-IN"/>
        </a:p>
      </dgm:t>
    </dgm:pt>
    <dgm:pt modelId="{190EF50C-D750-4AB9-83A2-6D45DA42E358}" type="sibTrans" cxnId="{EE16E21C-2663-470A-8840-95001109C4BE}">
      <dgm:prSet/>
      <dgm:spPr/>
      <dgm:t>
        <a:bodyPr/>
        <a:lstStyle/>
        <a:p>
          <a:endParaRPr lang="en-IN"/>
        </a:p>
      </dgm:t>
    </dgm:pt>
    <dgm:pt modelId="{D20E3B9E-6CD9-4FBA-9EF5-95159AE8F44D}">
      <dgm:prSet/>
      <dgm:spPr/>
      <dgm:t>
        <a:bodyPr/>
        <a:lstStyle/>
        <a:p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AI Skill &amp; Tutorial Recommendation</a:t>
          </a:r>
          <a:endParaRPr lang="en-IN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205B01-BB81-4817-992B-06B278B496BB}" type="parTrans" cxnId="{6DE1C6C0-C747-42ED-9A65-46C95260FCF8}">
      <dgm:prSet/>
      <dgm:spPr/>
      <dgm:t>
        <a:bodyPr/>
        <a:lstStyle/>
        <a:p>
          <a:endParaRPr lang="en-IN"/>
        </a:p>
      </dgm:t>
    </dgm:pt>
    <dgm:pt modelId="{5A5AF7F5-E4D4-4C8E-A42F-CA2C69BBB316}" type="sibTrans" cxnId="{6DE1C6C0-C747-42ED-9A65-46C95260FCF8}">
      <dgm:prSet/>
      <dgm:spPr/>
      <dgm:t>
        <a:bodyPr/>
        <a:lstStyle/>
        <a:p>
          <a:endParaRPr lang="en-IN"/>
        </a:p>
      </dgm:t>
    </dgm:pt>
    <dgm:pt modelId="{AE1C4754-80AC-4153-AF92-9E493EA31061}">
      <dgm:prSet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Recommends relevant learning resources based on the artisan's material, craft and product goals</a:t>
          </a:r>
          <a:r>
            <a:rPr lang="en-IN" sz="10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1FBF1353-A4A5-4BE9-9D16-7144CC698A69}" type="parTrans" cxnId="{E9488A84-EA34-4FC0-99EE-DBDB5D53C2A5}">
      <dgm:prSet/>
      <dgm:spPr/>
      <dgm:t>
        <a:bodyPr/>
        <a:lstStyle/>
        <a:p>
          <a:endParaRPr lang="en-IN"/>
        </a:p>
      </dgm:t>
    </dgm:pt>
    <dgm:pt modelId="{02D006BB-024B-4220-A4DF-77C3B2AE4523}" type="sibTrans" cxnId="{E9488A84-EA34-4FC0-99EE-DBDB5D53C2A5}">
      <dgm:prSet/>
      <dgm:spPr/>
      <dgm:t>
        <a:bodyPr/>
        <a:lstStyle/>
        <a:p>
          <a:endParaRPr lang="en-IN"/>
        </a:p>
      </dgm:t>
    </dgm:pt>
    <dgm:pt modelId="{F136407A-D9A8-433D-A7DF-3B287AA186AB}">
      <dgm:prSet/>
      <dgm:spPr/>
      <dgm:t>
        <a:bodyPr/>
        <a:lstStyle/>
        <a:p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Voice-Controlled Business Assistant</a:t>
          </a:r>
          <a:endParaRPr lang="en-IN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EE42DD-63F1-46B0-8E31-2724362B6781}" type="parTrans" cxnId="{63714BB4-24E0-4EE9-8B01-45EC20A09046}">
      <dgm:prSet/>
      <dgm:spPr/>
      <dgm:t>
        <a:bodyPr/>
        <a:lstStyle/>
        <a:p>
          <a:endParaRPr lang="en-IN"/>
        </a:p>
      </dgm:t>
    </dgm:pt>
    <dgm:pt modelId="{A55D2A72-F181-4B9D-A9AE-1BAFAE3AFDC3}" type="sibTrans" cxnId="{63714BB4-24E0-4EE9-8B01-45EC20A09046}">
      <dgm:prSet/>
      <dgm:spPr/>
      <dgm:t>
        <a:bodyPr/>
        <a:lstStyle/>
        <a:p>
          <a:endParaRPr lang="en-IN"/>
        </a:p>
      </dgm:t>
    </dgm:pt>
    <dgm:pt modelId="{E7D7D9EA-F2C6-4EB8-91BC-CC9182D0C026}">
      <dgm:prSet custT="1"/>
      <dgm:spPr/>
      <dgm:t>
        <a:bodyPr/>
        <a:lstStyle/>
        <a:p>
          <a:r>
            <a:rPr lang="en-IN" sz="1100" dirty="0">
              <a:latin typeface="Arial" panose="020B0604020202020204" pitchFamily="34" charset="0"/>
              <a:cs typeface="Arial" panose="020B0604020202020204" pitchFamily="34" charset="0"/>
            </a:rPr>
            <a:t>Artisans can perform common actions through voice:</a:t>
          </a:r>
        </a:p>
      </dgm:t>
    </dgm:pt>
    <dgm:pt modelId="{A25E5E9C-C584-4FD0-9D41-B65B262A3E1B}" type="parTrans" cxnId="{D32D4119-9382-4D41-B538-00E644CB4605}">
      <dgm:prSet/>
      <dgm:spPr/>
      <dgm:t>
        <a:bodyPr/>
        <a:lstStyle/>
        <a:p>
          <a:endParaRPr lang="en-IN"/>
        </a:p>
      </dgm:t>
    </dgm:pt>
    <dgm:pt modelId="{898BA973-4E90-428C-95BA-5DB5B2B99C02}" type="sibTrans" cxnId="{D32D4119-9382-4D41-B538-00E644CB4605}">
      <dgm:prSet/>
      <dgm:spPr/>
      <dgm:t>
        <a:bodyPr/>
        <a:lstStyle/>
        <a:p>
          <a:endParaRPr lang="en-IN"/>
        </a:p>
      </dgm:t>
    </dgm:pt>
    <dgm:pt modelId="{5D89A579-2E7F-4A78-8AA2-D5BA5601085C}">
      <dgm:prSet custT="1"/>
      <dgm:spPr/>
      <dgm:t>
        <a:bodyPr/>
        <a:lstStyle/>
        <a:p>
          <a:r>
            <a:rPr lang="en-IN" sz="1100" dirty="0">
              <a:latin typeface="Arial" panose="020B0604020202020204" pitchFamily="34" charset="0"/>
              <a:cs typeface="Arial" panose="020B0604020202020204" pitchFamily="34" charset="0"/>
            </a:rPr>
            <a:t>“Show my products.”</a:t>
          </a:r>
        </a:p>
      </dgm:t>
    </dgm:pt>
    <dgm:pt modelId="{525A85AE-78B8-4F47-B086-4508FD6A8BAB}" type="parTrans" cxnId="{B63271A2-3A29-4F71-8523-06E45A9E9480}">
      <dgm:prSet/>
      <dgm:spPr/>
      <dgm:t>
        <a:bodyPr/>
        <a:lstStyle/>
        <a:p>
          <a:endParaRPr lang="en-IN"/>
        </a:p>
      </dgm:t>
    </dgm:pt>
    <dgm:pt modelId="{23CB3F33-86CE-46DB-83DC-1768D0509CF5}" type="sibTrans" cxnId="{B63271A2-3A29-4F71-8523-06E45A9E9480}">
      <dgm:prSet/>
      <dgm:spPr/>
      <dgm:t>
        <a:bodyPr/>
        <a:lstStyle/>
        <a:p>
          <a:endParaRPr lang="en-IN"/>
        </a:p>
      </dgm:t>
    </dgm:pt>
    <dgm:pt modelId="{029DD7C7-172A-4D30-BC86-55D761F4489E}">
      <dgm:prSet custT="1"/>
      <dgm:spPr/>
      <dgm:t>
        <a:bodyPr/>
        <a:lstStyle/>
        <a:p>
          <a:r>
            <a:rPr lang="en-IN" sz="1100" dirty="0">
              <a:latin typeface="Arial" panose="020B0604020202020204" pitchFamily="34" charset="0"/>
              <a:cs typeface="Arial" panose="020B0604020202020204" pitchFamily="34" charset="0"/>
            </a:rPr>
            <a:t>“Add five kilograms of bamboo.”</a:t>
          </a:r>
        </a:p>
      </dgm:t>
    </dgm:pt>
    <dgm:pt modelId="{4CBEC890-2BE2-4C39-95D0-0BBF45F1B11C}" type="parTrans" cxnId="{E986179F-E8C7-4E45-BDDF-E01C9D7A033A}">
      <dgm:prSet/>
      <dgm:spPr/>
      <dgm:t>
        <a:bodyPr/>
        <a:lstStyle/>
        <a:p>
          <a:endParaRPr lang="en-IN"/>
        </a:p>
      </dgm:t>
    </dgm:pt>
    <dgm:pt modelId="{0D90E1FC-50BD-47C9-810C-1D72D8192211}" type="sibTrans" cxnId="{E986179F-E8C7-4E45-BDDF-E01C9D7A033A}">
      <dgm:prSet/>
      <dgm:spPr/>
      <dgm:t>
        <a:bodyPr/>
        <a:lstStyle/>
        <a:p>
          <a:endParaRPr lang="en-IN"/>
        </a:p>
      </dgm:t>
    </dgm:pt>
    <dgm:pt modelId="{0EDAA60C-1285-4546-994B-260DFB91FADD}">
      <dgm:prSet/>
      <dgm:spPr/>
      <dgm:t>
        <a:bodyPr/>
        <a:lstStyle/>
        <a:p>
          <a:r>
            <a:rPr lang="en-IN" dirty="0">
              <a:latin typeface="Arial" panose="020B0604020202020204" pitchFamily="34" charset="0"/>
              <a:cs typeface="Arial" panose="020B0604020202020204" pitchFamily="34" charset="0"/>
            </a:rPr>
            <a:t>One standardized KAI listing can be adapted for different authorized e-commerce channels.</a:t>
          </a:r>
        </a:p>
      </dgm:t>
    </dgm:pt>
    <dgm:pt modelId="{5E07EF73-190F-4EB6-9CC0-AF9940F8EBEA}" type="parTrans" cxnId="{D10E67A6-1956-413B-B676-9293BBCDA1B9}">
      <dgm:prSet/>
      <dgm:spPr/>
      <dgm:t>
        <a:bodyPr/>
        <a:lstStyle/>
        <a:p>
          <a:endParaRPr lang="en-IN"/>
        </a:p>
      </dgm:t>
    </dgm:pt>
    <dgm:pt modelId="{A675E812-4578-468E-B9B9-082C82520862}" type="sibTrans" cxnId="{D10E67A6-1956-413B-B676-9293BBCDA1B9}">
      <dgm:prSet/>
      <dgm:spPr/>
      <dgm:t>
        <a:bodyPr/>
        <a:lstStyle/>
        <a:p>
          <a:endParaRPr lang="en-IN"/>
        </a:p>
      </dgm:t>
    </dgm:pt>
    <dgm:pt modelId="{EFE27D6A-DAA6-4A65-8656-B03E2DEEDD32}">
      <dgm:prSet/>
      <dgm:spPr/>
      <dgm:t>
        <a:bodyPr/>
        <a:lstStyle/>
        <a:p>
          <a:r>
            <a:rPr lang="en-IN" b="1">
              <a:latin typeface="Arial" panose="020B0604020202020204" pitchFamily="34" charset="0"/>
              <a:cs typeface="Arial" panose="020B0604020202020204" pitchFamily="34" charset="0"/>
            </a:rPr>
            <a:t>Multi-Market Ready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3032C4-2776-4E06-AD76-9AD72090E963}" type="parTrans" cxnId="{064EB5C4-05B4-4FF4-8D5B-2EBA9EB95EA5}">
      <dgm:prSet/>
      <dgm:spPr/>
      <dgm:t>
        <a:bodyPr/>
        <a:lstStyle/>
        <a:p>
          <a:endParaRPr lang="en-IN"/>
        </a:p>
      </dgm:t>
    </dgm:pt>
    <dgm:pt modelId="{88D87843-3686-47F6-BE01-731253A1DFBA}" type="sibTrans" cxnId="{064EB5C4-05B4-4FF4-8D5B-2EBA9EB95EA5}">
      <dgm:prSet/>
      <dgm:spPr/>
      <dgm:t>
        <a:bodyPr/>
        <a:lstStyle/>
        <a:p>
          <a:endParaRPr lang="en-IN"/>
        </a:p>
      </dgm:t>
    </dgm:pt>
    <dgm:pt modelId="{D5F7724B-0E47-46B7-868E-62BA62213BFA}">
      <dgm:prSet custT="1"/>
      <dgm:spPr/>
      <dgm:t>
        <a:bodyPr/>
        <a:lstStyle/>
        <a:p>
          <a:r>
            <a:rPr lang="en-IN" sz="1100" b="1" dirty="0">
              <a:latin typeface="Arial" panose="020B0604020202020204" pitchFamily="34" charset="0"/>
              <a:cs typeface="Arial" panose="020B0604020202020204" pitchFamily="34" charset="0"/>
            </a:rPr>
            <a:t>“Image is too dark.”</a:t>
          </a:r>
          <a:br>
            <a:rPr lang="en-IN" sz="11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100" b="1" dirty="0">
              <a:latin typeface="Arial" panose="020B0604020202020204" pitchFamily="34" charset="0"/>
              <a:cs typeface="Arial" panose="020B0604020202020204" pitchFamily="34" charset="0"/>
            </a:rPr>
            <a:t>“Background is distracting.”</a:t>
          </a:r>
          <a:endParaRPr lang="en-IN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94FD7D-7512-405C-A910-8CA5DA10362F}" type="parTrans" cxnId="{93275DE8-C07A-4214-AB51-56D2702A00D4}">
      <dgm:prSet/>
      <dgm:spPr/>
      <dgm:t>
        <a:bodyPr/>
        <a:lstStyle/>
        <a:p>
          <a:endParaRPr lang="en-IN"/>
        </a:p>
      </dgm:t>
    </dgm:pt>
    <dgm:pt modelId="{ECF2A8B2-7F79-4C5F-B9C3-6BED9C615ED8}" type="sibTrans" cxnId="{93275DE8-C07A-4214-AB51-56D2702A00D4}">
      <dgm:prSet/>
      <dgm:spPr/>
      <dgm:t>
        <a:bodyPr/>
        <a:lstStyle/>
        <a:p>
          <a:endParaRPr lang="en-IN"/>
        </a:p>
      </dgm:t>
    </dgm:pt>
    <dgm:pt modelId="{95AD9501-9F2F-4AD0-A1F4-EC6F03B38FBC}" type="pres">
      <dgm:prSet presAssocID="{8999A28B-6ECB-4152-B74A-5733B3713E95}" presName="diagram" presStyleCnt="0">
        <dgm:presLayoutVars>
          <dgm:dir/>
          <dgm:resizeHandles val="exact"/>
        </dgm:presLayoutVars>
      </dgm:prSet>
      <dgm:spPr/>
    </dgm:pt>
    <dgm:pt modelId="{64EF7827-C64A-40EA-83B5-EF119077FFF2}" type="pres">
      <dgm:prSet presAssocID="{372284B8-B4FD-41C7-A577-1C0D62FF3F0B}" presName="node" presStyleLbl="node1" presStyleIdx="0" presStyleCnt="6">
        <dgm:presLayoutVars>
          <dgm:bulletEnabled val="1"/>
        </dgm:presLayoutVars>
      </dgm:prSet>
      <dgm:spPr/>
    </dgm:pt>
    <dgm:pt modelId="{0D937415-6E40-40FE-836F-41AAA21D969C}" type="pres">
      <dgm:prSet presAssocID="{BBC8B0F1-3C13-4AC8-B5DA-CCADD703DA98}" presName="sibTrans" presStyleCnt="0"/>
      <dgm:spPr/>
    </dgm:pt>
    <dgm:pt modelId="{D96AAE62-6186-4C51-85D7-704824F1DE95}" type="pres">
      <dgm:prSet presAssocID="{BB7B1B5C-DD36-4EDB-ABB0-6949476A7556}" presName="node" presStyleLbl="node1" presStyleIdx="1" presStyleCnt="6">
        <dgm:presLayoutVars>
          <dgm:bulletEnabled val="1"/>
        </dgm:presLayoutVars>
      </dgm:prSet>
      <dgm:spPr/>
    </dgm:pt>
    <dgm:pt modelId="{60A04967-AE1D-473D-AA62-075D77581035}" type="pres">
      <dgm:prSet presAssocID="{5D79CBDE-7673-4061-BD39-227250A89F6A}" presName="sibTrans" presStyleCnt="0"/>
      <dgm:spPr/>
    </dgm:pt>
    <dgm:pt modelId="{FB5D1442-0430-497B-A081-02FB5C0F4635}" type="pres">
      <dgm:prSet presAssocID="{1909A84B-8F33-46A3-B37B-1AC0FC0D7618}" presName="node" presStyleLbl="node1" presStyleIdx="2" presStyleCnt="6">
        <dgm:presLayoutVars>
          <dgm:bulletEnabled val="1"/>
        </dgm:presLayoutVars>
      </dgm:prSet>
      <dgm:spPr/>
    </dgm:pt>
    <dgm:pt modelId="{D7F9970E-0EEE-4431-A3F5-B3E1343F0CB8}" type="pres">
      <dgm:prSet presAssocID="{E0A35A2B-D0DE-4915-B820-A64618737EA6}" presName="sibTrans" presStyleCnt="0"/>
      <dgm:spPr/>
    </dgm:pt>
    <dgm:pt modelId="{25938972-B9AB-439F-8D4F-50C61FCF0275}" type="pres">
      <dgm:prSet presAssocID="{D20E3B9E-6CD9-4FBA-9EF5-95159AE8F44D}" presName="node" presStyleLbl="node1" presStyleIdx="3" presStyleCnt="6">
        <dgm:presLayoutVars>
          <dgm:bulletEnabled val="1"/>
        </dgm:presLayoutVars>
      </dgm:prSet>
      <dgm:spPr/>
    </dgm:pt>
    <dgm:pt modelId="{E531E1A4-1E45-4BB6-AC93-6B19256BBAAC}" type="pres">
      <dgm:prSet presAssocID="{5A5AF7F5-E4D4-4C8E-A42F-CA2C69BBB316}" presName="sibTrans" presStyleCnt="0"/>
      <dgm:spPr/>
    </dgm:pt>
    <dgm:pt modelId="{AC84E924-1FAC-4A6E-9671-B075951FC8F5}" type="pres">
      <dgm:prSet presAssocID="{F136407A-D9A8-433D-A7DF-3B287AA186AB}" presName="node" presStyleLbl="node1" presStyleIdx="4" presStyleCnt="6">
        <dgm:presLayoutVars>
          <dgm:bulletEnabled val="1"/>
        </dgm:presLayoutVars>
      </dgm:prSet>
      <dgm:spPr/>
    </dgm:pt>
    <dgm:pt modelId="{DD288EA4-BF64-42D7-BCF3-6B20174F2427}" type="pres">
      <dgm:prSet presAssocID="{A55D2A72-F181-4B9D-A9AE-1BAFAE3AFDC3}" presName="sibTrans" presStyleCnt="0"/>
      <dgm:spPr/>
    </dgm:pt>
    <dgm:pt modelId="{D60C698A-598B-435B-B504-D415B4551848}" type="pres">
      <dgm:prSet presAssocID="{EFE27D6A-DAA6-4A65-8656-B03E2DEEDD32}" presName="node" presStyleLbl="node1" presStyleIdx="5" presStyleCnt="6">
        <dgm:presLayoutVars>
          <dgm:bulletEnabled val="1"/>
        </dgm:presLayoutVars>
      </dgm:prSet>
      <dgm:spPr/>
    </dgm:pt>
  </dgm:ptLst>
  <dgm:cxnLst>
    <dgm:cxn modelId="{6FF8500A-3E41-4E05-A061-871E30EDEC2D}" type="presOf" srcId="{8999A28B-6ECB-4152-B74A-5733B3713E95}" destId="{95AD9501-9F2F-4AD0-A1F4-EC6F03B38FBC}" srcOrd="0" destOrd="0" presId="urn:microsoft.com/office/officeart/2005/8/layout/default"/>
    <dgm:cxn modelId="{D32D4119-9382-4D41-B538-00E644CB4605}" srcId="{F136407A-D9A8-433D-A7DF-3B287AA186AB}" destId="{E7D7D9EA-F2C6-4EB8-91BC-CC9182D0C026}" srcOrd="0" destOrd="0" parTransId="{A25E5E9C-C584-4FD0-9D41-B65B262A3E1B}" sibTransId="{898BA973-4E90-428C-95BA-5DB5B2B99C02}"/>
    <dgm:cxn modelId="{EE16E21C-2663-470A-8840-95001109C4BE}" srcId="{1909A84B-8F33-46A3-B37B-1AC0FC0D7618}" destId="{DBBA4673-A623-46BD-9A9C-0D7CD35CB236}" srcOrd="0" destOrd="0" parTransId="{AEC6252E-566B-4DD0-AA9A-DA89D747793E}" sibTransId="{190EF50C-D750-4AB9-83A2-6D45DA42E358}"/>
    <dgm:cxn modelId="{9C482B21-083B-4506-A5D3-B6A123231A0C}" srcId="{8999A28B-6ECB-4152-B74A-5733B3713E95}" destId="{1909A84B-8F33-46A3-B37B-1AC0FC0D7618}" srcOrd="2" destOrd="0" parTransId="{2491F05C-02EF-4A9E-8287-E8163D44F2FA}" sibTransId="{E0A35A2B-D0DE-4915-B820-A64618737EA6}"/>
    <dgm:cxn modelId="{D4F26023-21DB-42E6-89B5-11FD3F372EB1}" type="presOf" srcId="{D5F7724B-0E47-46B7-868E-62BA62213BFA}" destId="{D96AAE62-6186-4C51-85D7-704824F1DE95}" srcOrd="0" destOrd="2" presId="urn:microsoft.com/office/officeart/2005/8/layout/default"/>
    <dgm:cxn modelId="{CE36222C-085D-4CF9-B2F2-7067B145811A}" type="presOf" srcId="{F136407A-D9A8-433D-A7DF-3B287AA186AB}" destId="{AC84E924-1FAC-4A6E-9671-B075951FC8F5}" srcOrd="0" destOrd="0" presId="urn:microsoft.com/office/officeart/2005/8/layout/default"/>
    <dgm:cxn modelId="{CB178032-7EEB-4A58-8BF5-7C604419D677}" type="presOf" srcId="{DBBA4673-A623-46BD-9A9C-0D7CD35CB236}" destId="{FB5D1442-0430-497B-A081-02FB5C0F4635}" srcOrd="0" destOrd="1" presId="urn:microsoft.com/office/officeart/2005/8/layout/default"/>
    <dgm:cxn modelId="{681BF95D-9946-45AF-A67F-68401614CD76}" type="presOf" srcId="{029DD7C7-172A-4D30-BC86-55D761F4489E}" destId="{AC84E924-1FAC-4A6E-9671-B075951FC8F5}" srcOrd="0" destOrd="3" presId="urn:microsoft.com/office/officeart/2005/8/layout/default"/>
    <dgm:cxn modelId="{56D9AB48-03D4-4365-8650-03A4771ACEFF}" type="presOf" srcId="{5D89A579-2E7F-4A78-8AA2-D5BA5601085C}" destId="{AC84E924-1FAC-4A6E-9671-B075951FC8F5}" srcOrd="0" destOrd="2" presId="urn:microsoft.com/office/officeart/2005/8/layout/default"/>
    <dgm:cxn modelId="{2EB51B4C-2F94-4BEF-9E87-8012D56F0753}" srcId="{372284B8-B4FD-41C7-A577-1C0D62FF3F0B}" destId="{D5610BBF-EAE3-47AA-9AA7-1BE577C65DF6}" srcOrd="0" destOrd="0" parTransId="{59F74D5C-B395-4DD6-A289-26F61D7BA7BB}" sibTransId="{78FAB31C-CEBD-405B-BF98-4F56B2AD6510}"/>
    <dgm:cxn modelId="{4489594C-257B-48DD-83AF-126EF0F5CB8F}" srcId="{8999A28B-6ECB-4152-B74A-5733B3713E95}" destId="{BB7B1B5C-DD36-4EDB-ABB0-6949476A7556}" srcOrd="1" destOrd="0" parTransId="{D0E2B154-DAEF-4B93-82FC-8C5AC4041E7F}" sibTransId="{5D79CBDE-7673-4061-BD39-227250A89F6A}"/>
    <dgm:cxn modelId="{027F986D-E209-4BC4-B119-766D60EF5A54}" type="presOf" srcId="{AE1C4754-80AC-4153-AF92-9E493EA31061}" destId="{25938972-B9AB-439F-8D4F-50C61FCF0275}" srcOrd="0" destOrd="1" presId="urn:microsoft.com/office/officeart/2005/8/layout/default"/>
    <dgm:cxn modelId="{AB484D51-C3C8-48D9-A527-CCA4D3C1A9D6}" srcId="{8999A28B-6ECB-4152-B74A-5733B3713E95}" destId="{372284B8-B4FD-41C7-A577-1C0D62FF3F0B}" srcOrd="0" destOrd="0" parTransId="{DC7DED20-4910-4FCB-9ADD-AD89912CE151}" sibTransId="{BBC8B0F1-3C13-4AC8-B5DA-CCADD703DA98}"/>
    <dgm:cxn modelId="{65A6D777-A398-44F2-BA0D-373E88EADC69}" type="presOf" srcId="{D20E3B9E-6CD9-4FBA-9EF5-95159AE8F44D}" destId="{25938972-B9AB-439F-8D4F-50C61FCF0275}" srcOrd="0" destOrd="0" presId="urn:microsoft.com/office/officeart/2005/8/layout/default"/>
    <dgm:cxn modelId="{7843337A-F477-4F22-9675-CC5530F988F9}" type="presOf" srcId="{0EDAA60C-1285-4546-994B-260DFB91FADD}" destId="{D60C698A-598B-435B-B504-D415B4551848}" srcOrd="0" destOrd="1" presId="urn:microsoft.com/office/officeart/2005/8/layout/default"/>
    <dgm:cxn modelId="{E9488A84-EA34-4FC0-99EE-DBDB5D53C2A5}" srcId="{D20E3B9E-6CD9-4FBA-9EF5-95159AE8F44D}" destId="{AE1C4754-80AC-4153-AF92-9E493EA31061}" srcOrd="0" destOrd="0" parTransId="{1FBF1353-A4A5-4BE9-9D16-7144CC698A69}" sibTransId="{02D006BB-024B-4220-A4DF-77C3B2AE4523}"/>
    <dgm:cxn modelId="{E986179F-E8C7-4E45-BDDF-E01C9D7A033A}" srcId="{F136407A-D9A8-433D-A7DF-3B287AA186AB}" destId="{029DD7C7-172A-4D30-BC86-55D761F4489E}" srcOrd="2" destOrd="0" parTransId="{4CBEC890-2BE2-4C39-95D0-0BBF45F1B11C}" sibTransId="{0D90E1FC-50BD-47C9-810C-1D72D8192211}"/>
    <dgm:cxn modelId="{B63271A2-3A29-4F71-8523-06E45A9E9480}" srcId="{F136407A-D9A8-433D-A7DF-3B287AA186AB}" destId="{5D89A579-2E7F-4A78-8AA2-D5BA5601085C}" srcOrd="1" destOrd="0" parTransId="{525A85AE-78B8-4F47-B086-4508FD6A8BAB}" sibTransId="{23CB3F33-86CE-46DB-83DC-1768D0509CF5}"/>
    <dgm:cxn modelId="{D10E67A6-1956-413B-B676-9293BBCDA1B9}" srcId="{EFE27D6A-DAA6-4A65-8656-B03E2DEEDD32}" destId="{0EDAA60C-1285-4546-994B-260DFB91FADD}" srcOrd="0" destOrd="0" parTransId="{5E07EF73-190F-4EB6-9CC0-AF9940F8EBEA}" sibTransId="{A675E812-4578-468E-B9B9-082C82520862}"/>
    <dgm:cxn modelId="{73E3AEA6-2029-47FD-B860-6C23D9154CF0}" type="presOf" srcId="{1909A84B-8F33-46A3-B37B-1AC0FC0D7618}" destId="{FB5D1442-0430-497B-A081-02FB5C0F4635}" srcOrd="0" destOrd="0" presId="urn:microsoft.com/office/officeart/2005/8/layout/default"/>
    <dgm:cxn modelId="{D132FDB3-74E5-420E-9A09-CB15D5D892E2}" type="presOf" srcId="{372284B8-B4FD-41C7-A577-1C0D62FF3F0B}" destId="{64EF7827-C64A-40EA-83B5-EF119077FFF2}" srcOrd="0" destOrd="0" presId="urn:microsoft.com/office/officeart/2005/8/layout/default"/>
    <dgm:cxn modelId="{63714BB4-24E0-4EE9-8B01-45EC20A09046}" srcId="{8999A28B-6ECB-4152-B74A-5733B3713E95}" destId="{F136407A-D9A8-433D-A7DF-3B287AA186AB}" srcOrd="4" destOrd="0" parTransId="{DDEE42DD-63F1-46B0-8E31-2724362B6781}" sibTransId="{A55D2A72-F181-4B9D-A9AE-1BAFAE3AFDC3}"/>
    <dgm:cxn modelId="{192D70BD-2895-44F9-988E-55741F42A46B}" type="presOf" srcId="{2AE6AD38-29EF-4CBF-9B22-534119B480FA}" destId="{D96AAE62-6186-4C51-85D7-704824F1DE95}" srcOrd="0" destOrd="1" presId="urn:microsoft.com/office/officeart/2005/8/layout/default"/>
    <dgm:cxn modelId="{6DE1C6C0-C747-42ED-9A65-46C95260FCF8}" srcId="{8999A28B-6ECB-4152-B74A-5733B3713E95}" destId="{D20E3B9E-6CD9-4FBA-9EF5-95159AE8F44D}" srcOrd="3" destOrd="0" parTransId="{72205B01-BB81-4817-992B-06B278B496BB}" sibTransId="{5A5AF7F5-E4D4-4C8E-A42F-CA2C69BBB316}"/>
    <dgm:cxn modelId="{AB3DB0C1-6336-4B73-98B9-C91E1538F770}" type="presOf" srcId="{D5610BBF-EAE3-47AA-9AA7-1BE577C65DF6}" destId="{64EF7827-C64A-40EA-83B5-EF119077FFF2}" srcOrd="0" destOrd="1" presId="urn:microsoft.com/office/officeart/2005/8/layout/default"/>
    <dgm:cxn modelId="{8B0D8DC4-C00F-4FEA-B393-A23BC5B53BED}" type="presOf" srcId="{EFE27D6A-DAA6-4A65-8656-B03E2DEEDD32}" destId="{D60C698A-598B-435B-B504-D415B4551848}" srcOrd="0" destOrd="0" presId="urn:microsoft.com/office/officeart/2005/8/layout/default"/>
    <dgm:cxn modelId="{064EB5C4-05B4-4FF4-8D5B-2EBA9EB95EA5}" srcId="{8999A28B-6ECB-4152-B74A-5733B3713E95}" destId="{EFE27D6A-DAA6-4A65-8656-B03E2DEEDD32}" srcOrd="5" destOrd="0" parTransId="{FF3032C4-2776-4E06-AD76-9AD72090E963}" sibTransId="{88D87843-3686-47F6-BE01-731253A1DFBA}"/>
    <dgm:cxn modelId="{732371E1-B560-45F5-A23D-9A57717642E6}" type="presOf" srcId="{E7D7D9EA-F2C6-4EB8-91BC-CC9182D0C026}" destId="{AC84E924-1FAC-4A6E-9671-B075951FC8F5}" srcOrd="0" destOrd="1" presId="urn:microsoft.com/office/officeart/2005/8/layout/default"/>
    <dgm:cxn modelId="{93275DE8-C07A-4214-AB51-56D2702A00D4}" srcId="{BB7B1B5C-DD36-4EDB-ABB0-6949476A7556}" destId="{D5F7724B-0E47-46B7-868E-62BA62213BFA}" srcOrd="1" destOrd="0" parTransId="{9694FD7D-7512-405C-A910-8CA5DA10362F}" sibTransId="{ECF2A8B2-7F79-4C5F-B9C3-6BED9C615ED8}"/>
    <dgm:cxn modelId="{297F6AE9-BB0E-4CCE-B330-1AA7C3D5EE84}" srcId="{BB7B1B5C-DD36-4EDB-ABB0-6949476A7556}" destId="{2AE6AD38-29EF-4CBF-9B22-534119B480FA}" srcOrd="0" destOrd="0" parTransId="{ADAAFE07-F35A-46B4-876A-8E5474150F72}" sibTransId="{20BC8F1B-FDFD-4496-B886-E2528921F207}"/>
    <dgm:cxn modelId="{AA8A7DF8-10FD-40C1-8517-ED8BDF9567D4}" type="presOf" srcId="{BB7B1B5C-DD36-4EDB-ABB0-6949476A7556}" destId="{D96AAE62-6186-4C51-85D7-704824F1DE95}" srcOrd="0" destOrd="0" presId="urn:microsoft.com/office/officeart/2005/8/layout/default"/>
    <dgm:cxn modelId="{6888AB11-5546-4EB5-8009-8CF62B8D70A8}" type="presParOf" srcId="{95AD9501-9F2F-4AD0-A1F4-EC6F03B38FBC}" destId="{64EF7827-C64A-40EA-83B5-EF119077FFF2}" srcOrd="0" destOrd="0" presId="urn:microsoft.com/office/officeart/2005/8/layout/default"/>
    <dgm:cxn modelId="{0C843EE4-30E1-4D2B-9789-0ACFAEC7F9FB}" type="presParOf" srcId="{95AD9501-9F2F-4AD0-A1F4-EC6F03B38FBC}" destId="{0D937415-6E40-40FE-836F-41AAA21D969C}" srcOrd="1" destOrd="0" presId="urn:microsoft.com/office/officeart/2005/8/layout/default"/>
    <dgm:cxn modelId="{BE09AE9B-D01F-492A-A67E-D95E6AD87CAD}" type="presParOf" srcId="{95AD9501-9F2F-4AD0-A1F4-EC6F03B38FBC}" destId="{D96AAE62-6186-4C51-85D7-704824F1DE95}" srcOrd="2" destOrd="0" presId="urn:microsoft.com/office/officeart/2005/8/layout/default"/>
    <dgm:cxn modelId="{5BEA2040-2952-44ED-92CC-7BFB66578293}" type="presParOf" srcId="{95AD9501-9F2F-4AD0-A1F4-EC6F03B38FBC}" destId="{60A04967-AE1D-473D-AA62-075D77581035}" srcOrd="3" destOrd="0" presId="urn:microsoft.com/office/officeart/2005/8/layout/default"/>
    <dgm:cxn modelId="{5E771596-4553-4BFD-BF00-CE7199B766D6}" type="presParOf" srcId="{95AD9501-9F2F-4AD0-A1F4-EC6F03B38FBC}" destId="{FB5D1442-0430-497B-A081-02FB5C0F4635}" srcOrd="4" destOrd="0" presId="urn:microsoft.com/office/officeart/2005/8/layout/default"/>
    <dgm:cxn modelId="{3CE8A547-8381-4493-8BD1-C7EF510C0879}" type="presParOf" srcId="{95AD9501-9F2F-4AD0-A1F4-EC6F03B38FBC}" destId="{D7F9970E-0EEE-4431-A3F5-B3E1343F0CB8}" srcOrd="5" destOrd="0" presId="urn:microsoft.com/office/officeart/2005/8/layout/default"/>
    <dgm:cxn modelId="{37FA61AE-D883-48EF-BCE7-C9C098C7C47D}" type="presParOf" srcId="{95AD9501-9F2F-4AD0-A1F4-EC6F03B38FBC}" destId="{25938972-B9AB-439F-8D4F-50C61FCF0275}" srcOrd="6" destOrd="0" presId="urn:microsoft.com/office/officeart/2005/8/layout/default"/>
    <dgm:cxn modelId="{7BFE00E7-6590-4F82-80C7-5CA5C09175E3}" type="presParOf" srcId="{95AD9501-9F2F-4AD0-A1F4-EC6F03B38FBC}" destId="{E531E1A4-1E45-4BB6-AC93-6B19256BBAAC}" srcOrd="7" destOrd="0" presId="urn:microsoft.com/office/officeart/2005/8/layout/default"/>
    <dgm:cxn modelId="{D8EE071C-B65B-4424-A045-ED3D45FD292B}" type="presParOf" srcId="{95AD9501-9F2F-4AD0-A1F4-EC6F03B38FBC}" destId="{AC84E924-1FAC-4A6E-9671-B075951FC8F5}" srcOrd="8" destOrd="0" presId="urn:microsoft.com/office/officeart/2005/8/layout/default"/>
    <dgm:cxn modelId="{4EE57AAE-76AD-4A3F-B2B7-BAD4DB0B60D9}" type="presParOf" srcId="{95AD9501-9F2F-4AD0-A1F4-EC6F03B38FBC}" destId="{DD288EA4-BF64-42D7-BCF3-6B20174F2427}" srcOrd="9" destOrd="0" presId="urn:microsoft.com/office/officeart/2005/8/layout/default"/>
    <dgm:cxn modelId="{4FE2AE2E-CA2A-4DC0-A137-054D7A54E481}" type="presParOf" srcId="{95AD9501-9F2F-4AD0-A1F4-EC6F03B38FBC}" destId="{D60C698A-598B-435B-B504-D415B455184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61034-2918-471E-8A1E-8A75FD2AE303}">
      <dsp:nvSpPr>
        <dsp:cNvPr id="0" name=""/>
        <dsp:cNvSpPr/>
      </dsp:nvSpPr>
      <dsp:spPr>
        <a:xfrm>
          <a:off x="3205" y="1945451"/>
          <a:ext cx="1093148" cy="5465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Frontend</a:t>
          </a:r>
          <a:endParaRPr lang="en-IN" sz="1600" kern="1200"/>
        </a:p>
      </dsp:txBody>
      <dsp:txXfrm>
        <a:off x="19214" y="1961460"/>
        <a:ext cx="1061130" cy="514556"/>
      </dsp:txXfrm>
    </dsp:sp>
    <dsp:sp modelId="{451AFF82-F30D-49BA-B979-D70F84E71C73}">
      <dsp:nvSpPr>
        <dsp:cNvPr id="0" name=""/>
        <dsp:cNvSpPr/>
      </dsp:nvSpPr>
      <dsp:spPr>
        <a:xfrm>
          <a:off x="112520" y="2492026"/>
          <a:ext cx="109314" cy="409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930"/>
              </a:lnTo>
              <a:lnTo>
                <a:pt x="109314" y="40993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B4F436-7F63-451F-9F71-44CB6293A149}">
      <dsp:nvSpPr>
        <dsp:cNvPr id="0" name=""/>
        <dsp:cNvSpPr/>
      </dsp:nvSpPr>
      <dsp:spPr>
        <a:xfrm>
          <a:off x="221835" y="2628669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React </a:t>
          </a:r>
        </a:p>
      </dsp:txBody>
      <dsp:txXfrm>
        <a:off x="237844" y="2644678"/>
        <a:ext cx="842501" cy="514556"/>
      </dsp:txXfrm>
    </dsp:sp>
    <dsp:sp modelId="{6D4635D9-E7A3-4BAD-9F8D-5D0C83AD34E0}">
      <dsp:nvSpPr>
        <dsp:cNvPr id="0" name=""/>
        <dsp:cNvSpPr/>
      </dsp:nvSpPr>
      <dsp:spPr>
        <a:xfrm>
          <a:off x="112520" y="2492026"/>
          <a:ext cx="109314" cy="1093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148"/>
              </a:lnTo>
              <a:lnTo>
                <a:pt x="109314" y="109314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23793-FF98-44EC-A14C-A8F9F274D777}">
      <dsp:nvSpPr>
        <dsp:cNvPr id="0" name=""/>
        <dsp:cNvSpPr/>
      </dsp:nvSpPr>
      <dsp:spPr>
        <a:xfrm>
          <a:off x="221835" y="3311887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TypeScript </a:t>
          </a:r>
        </a:p>
      </dsp:txBody>
      <dsp:txXfrm>
        <a:off x="237844" y="3327896"/>
        <a:ext cx="842501" cy="514556"/>
      </dsp:txXfrm>
    </dsp:sp>
    <dsp:sp modelId="{20D2171D-0750-470A-A421-16A2CA0DDAEB}">
      <dsp:nvSpPr>
        <dsp:cNvPr id="0" name=""/>
        <dsp:cNvSpPr/>
      </dsp:nvSpPr>
      <dsp:spPr>
        <a:xfrm>
          <a:off x="112520" y="2492026"/>
          <a:ext cx="109314" cy="177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6367"/>
              </a:lnTo>
              <a:lnTo>
                <a:pt x="109314" y="177636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B47FFA-CF4B-471A-BBA5-C97785FB9574}">
      <dsp:nvSpPr>
        <dsp:cNvPr id="0" name=""/>
        <dsp:cNvSpPr/>
      </dsp:nvSpPr>
      <dsp:spPr>
        <a:xfrm>
          <a:off x="221835" y="3995105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Vite </a:t>
          </a:r>
        </a:p>
      </dsp:txBody>
      <dsp:txXfrm>
        <a:off x="237844" y="4011114"/>
        <a:ext cx="842501" cy="514556"/>
      </dsp:txXfrm>
    </dsp:sp>
    <dsp:sp modelId="{82EB7965-F1F4-474A-BD4A-EFE9BC7237A8}">
      <dsp:nvSpPr>
        <dsp:cNvPr id="0" name=""/>
        <dsp:cNvSpPr/>
      </dsp:nvSpPr>
      <dsp:spPr>
        <a:xfrm>
          <a:off x="112520" y="2492026"/>
          <a:ext cx="109314" cy="245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585"/>
              </a:lnTo>
              <a:lnTo>
                <a:pt x="109314" y="245958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25C5D6-C5E7-4E92-87A5-000CE4E76FA3}">
      <dsp:nvSpPr>
        <dsp:cNvPr id="0" name=""/>
        <dsp:cNvSpPr/>
      </dsp:nvSpPr>
      <dsp:spPr>
        <a:xfrm>
          <a:off x="221835" y="4678323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Tailwind CSS </a:t>
          </a:r>
        </a:p>
      </dsp:txBody>
      <dsp:txXfrm>
        <a:off x="237844" y="4694332"/>
        <a:ext cx="842501" cy="514556"/>
      </dsp:txXfrm>
    </dsp:sp>
    <dsp:sp modelId="{BAB76D0D-0D78-40FF-9166-1D905E3BDABF}">
      <dsp:nvSpPr>
        <dsp:cNvPr id="0" name=""/>
        <dsp:cNvSpPr/>
      </dsp:nvSpPr>
      <dsp:spPr>
        <a:xfrm>
          <a:off x="1369641" y="1945451"/>
          <a:ext cx="1093148" cy="5465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Backend</a:t>
          </a:r>
          <a:endParaRPr lang="en-IN" sz="1600" kern="1200"/>
        </a:p>
      </dsp:txBody>
      <dsp:txXfrm>
        <a:off x="1385650" y="1961460"/>
        <a:ext cx="1061130" cy="514556"/>
      </dsp:txXfrm>
    </dsp:sp>
    <dsp:sp modelId="{E534D9F1-2F9C-4DB0-9BA7-72F9CBA206A1}">
      <dsp:nvSpPr>
        <dsp:cNvPr id="0" name=""/>
        <dsp:cNvSpPr/>
      </dsp:nvSpPr>
      <dsp:spPr>
        <a:xfrm>
          <a:off x="1478956" y="2492026"/>
          <a:ext cx="109314" cy="409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930"/>
              </a:lnTo>
              <a:lnTo>
                <a:pt x="109314" y="40993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6131BC-C37A-4B64-9C3A-A1F4125B11B6}">
      <dsp:nvSpPr>
        <dsp:cNvPr id="0" name=""/>
        <dsp:cNvSpPr/>
      </dsp:nvSpPr>
      <dsp:spPr>
        <a:xfrm>
          <a:off x="1588271" y="2628669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Python </a:t>
          </a:r>
        </a:p>
      </dsp:txBody>
      <dsp:txXfrm>
        <a:off x="1604280" y="2644678"/>
        <a:ext cx="842501" cy="514556"/>
      </dsp:txXfrm>
    </dsp:sp>
    <dsp:sp modelId="{75AEAEAD-B42B-4458-96E5-D9BA96752FD2}">
      <dsp:nvSpPr>
        <dsp:cNvPr id="0" name=""/>
        <dsp:cNvSpPr/>
      </dsp:nvSpPr>
      <dsp:spPr>
        <a:xfrm>
          <a:off x="1478956" y="2492026"/>
          <a:ext cx="109314" cy="1093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148"/>
              </a:lnTo>
              <a:lnTo>
                <a:pt x="109314" y="109314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8F324-4E2B-4945-855C-FE296A58E181}">
      <dsp:nvSpPr>
        <dsp:cNvPr id="0" name=""/>
        <dsp:cNvSpPr/>
      </dsp:nvSpPr>
      <dsp:spPr>
        <a:xfrm>
          <a:off x="1588271" y="3311887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FastAPI </a:t>
          </a:r>
        </a:p>
      </dsp:txBody>
      <dsp:txXfrm>
        <a:off x="1604280" y="3327896"/>
        <a:ext cx="842501" cy="514556"/>
      </dsp:txXfrm>
    </dsp:sp>
    <dsp:sp modelId="{3204AA4F-423F-4B65-A4DE-B58BAAEAF935}">
      <dsp:nvSpPr>
        <dsp:cNvPr id="0" name=""/>
        <dsp:cNvSpPr/>
      </dsp:nvSpPr>
      <dsp:spPr>
        <a:xfrm>
          <a:off x="1478956" y="2492026"/>
          <a:ext cx="109314" cy="177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6367"/>
              </a:lnTo>
              <a:lnTo>
                <a:pt x="109314" y="177636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9D0380-7238-4A43-A16A-3AA5D8B05A15}">
      <dsp:nvSpPr>
        <dsp:cNvPr id="0" name=""/>
        <dsp:cNvSpPr/>
      </dsp:nvSpPr>
      <dsp:spPr>
        <a:xfrm>
          <a:off x="1588271" y="3995105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SQLAlchemy </a:t>
          </a:r>
        </a:p>
      </dsp:txBody>
      <dsp:txXfrm>
        <a:off x="1604280" y="4011114"/>
        <a:ext cx="842501" cy="514556"/>
      </dsp:txXfrm>
    </dsp:sp>
    <dsp:sp modelId="{5035280E-D801-408B-B779-FEB9891E172B}">
      <dsp:nvSpPr>
        <dsp:cNvPr id="0" name=""/>
        <dsp:cNvSpPr/>
      </dsp:nvSpPr>
      <dsp:spPr>
        <a:xfrm>
          <a:off x="1478956" y="2492026"/>
          <a:ext cx="109314" cy="245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585"/>
              </a:lnTo>
              <a:lnTo>
                <a:pt x="109314" y="245958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E2E0F-6A9E-4876-8B26-06D64B5BC760}">
      <dsp:nvSpPr>
        <dsp:cNvPr id="0" name=""/>
        <dsp:cNvSpPr/>
      </dsp:nvSpPr>
      <dsp:spPr>
        <a:xfrm>
          <a:off x="1588271" y="4678323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SQLite </a:t>
          </a:r>
        </a:p>
      </dsp:txBody>
      <dsp:txXfrm>
        <a:off x="1604280" y="4694332"/>
        <a:ext cx="842501" cy="514556"/>
      </dsp:txXfrm>
    </dsp:sp>
    <dsp:sp modelId="{57A73826-ACA0-407D-9FBB-4D60621EC5BD}">
      <dsp:nvSpPr>
        <dsp:cNvPr id="0" name=""/>
        <dsp:cNvSpPr/>
      </dsp:nvSpPr>
      <dsp:spPr>
        <a:xfrm>
          <a:off x="2736078" y="1945451"/>
          <a:ext cx="1093148" cy="5465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AI</a:t>
          </a:r>
          <a:endParaRPr lang="en-IN" sz="1600" kern="1200"/>
        </a:p>
      </dsp:txBody>
      <dsp:txXfrm>
        <a:off x="2752087" y="1961460"/>
        <a:ext cx="1061130" cy="514556"/>
      </dsp:txXfrm>
    </dsp:sp>
    <dsp:sp modelId="{C5825A41-E99C-4973-AC52-357E05137802}">
      <dsp:nvSpPr>
        <dsp:cNvPr id="0" name=""/>
        <dsp:cNvSpPr/>
      </dsp:nvSpPr>
      <dsp:spPr>
        <a:xfrm>
          <a:off x="2845392" y="2492026"/>
          <a:ext cx="109314" cy="409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930"/>
              </a:lnTo>
              <a:lnTo>
                <a:pt x="109314" y="40993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54A5A-6D8E-4E6F-8A4A-9E09960B61C1}">
      <dsp:nvSpPr>
        <dsp:cNvPr id="0" name=""/>
        <dsp:cNvSpPr/>
      </dsp:nvSpPr>
      <dsp:spPr>
        <a:xfrm>
          <a:off x="2954707" y="2628669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Faster-Whisper </a:t>
          </a:r>
        </a:p>
      </dsp:txBody>
      <dsp:txXfrm>
        <a:off x="2970716" y="2644678"/>
        <a:ext cx="842501" cy="514556"/>
      </dsp:txXfrm>
    </dsp:sp>
    <dsp:sp modelId="{AD377E5E-3BDF-43C9-87F2-787E3FC0D7B7}">
      <dsp:nvSpPr>
        <dsp:cNvPr id="0" name=""/>
        <dsp:cNvSpPr/>
      </dsp:nvSpPr>
      <dsp:spPr>
        <a:xfrm>
          <a:off x="2845392" y="2492026"/>
          <a:ext cx="109314" cy="1093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148"/>
              </a:lnTo>
              <a:lnTo>
                <a:pt x="109314" y="109314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8AADD8-F90A-4DC8-BC03-B7C69C9DCBB6}">
      <dsp:nvSpPr>
        <dsp:cNvPr id="0" name=""/>
        <dsp:cNvSpPr/>
      </dsp:nvSpPr>
      <dsp:spPr>
        <a:xfrm>
          <a:off x="2954707" y="3311887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IndicTrans2 </a:t>
          </a:r>
        </a:p>
      </dsp:txBody>
      <dsp:txXfrm>
        <a:off x="2970716" y="3327896"/>
        <a:ext cx="842501" cy="514556"/>
      </dsp:txXfrm>
    </dsp:sp>
    <dsp:sp modelId="{8FE70AFA-1C5C-48E4-99F6-71BD2EE2D3BB}">
      <dsp:nvSpPr>
        <dsp:cNvPr id="0" name=""/>
        <dsp:cNvSpPr/>
      </dsp:nvSpPr>
      <dsp:spPr>
        <a:xfrm>
          <a:off x="2845392" y="2492026"/>
          <a:ext cx="109314" cy="177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6367"/>
              </a:lnTo>
              <a:lnTo>
                <a:pt x="109314" y="177636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AEBBB-95A3-4872-992C-D5E5F9DB8FCF}">
      <dsp:nvSpPr>
        <dsp:cNvPr id="0" name=""/>
        <dsp:cNvSpPr/>
      </dsp:nvSpPr>
      <dsp:spPr>
        <a:xfrm>
          <a:off x="2954707" y="3995105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Ollama </a:t>
          </a:r>
        </a:p>
      </dsp:txBody>
      <dsp:txXfrm>
        <a:off x="2970716" y="4011114"/>
        <a:ext cx="842501" cy="514556"/>
      </dsp:txXfrm>
    </dsp:sp>
    <dsp:sp modelId="{8B99E8FA-FE15-483F-A819-C2F62C2D966C}">
      <dsp:nvSpPr>
        <dsp:cNvPr id="0" name=""/>
        <dsp:cNvSpPr/>
      </dsp:nvSpPr>
      <dsp:spPr>
        <a:xfrm>
          <a:off x="2845392" y="2492026"/>
          <a:ext cx="109314" cy="245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585"/>
              </a:lnTo>
              <a:lnTo>
                <a:pt x="109314" y="245958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FD104A-E842-4135-A0C0-719447056B25}">
      <dsp:nvSpPr>
        <dsp:cNvPr id="0" name=""/>
        <dsp:cNvSpPr/>
      </dsp:nvSpPr>
      <dsp:spPr>
        <a:xfrm>
          <a:off x="2954707" y="4678323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Open-source LLM </a:t>
          </a:r>
        </a:p>
      </dsp:txBody>
      <dsp:txXfrm>
        <a:off x="2970716" y="4694332"/>
        <a:ext cx="842501" cy="514556"/>
      </dsp:txXfrm>
    </dsp:sp>
    <dsp:sp modelId="{A4864FBE-501D-471E-8DF9-ACFF5D574027}">
      <dsp:nvSpPr>
        <dsp:cNvPr id="0" name=""/>
        <dsp:cNvSpPr/>
      </dsp:nvSpPr>
      <dsp:spPr>
        <a:xfrm>
          <a:off x="4102514" y="1945451"/>
          <a:ext cx="1093148" cy="5465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Computer Vision</a:t>
          </a:r>
          <a:endParaRPr lang="en-IN" sz="1600" kern="1200"/>
        </a:p>
      </dsp:txBody>
      <dsp:txXfrm>
        <a:off x="4118523" y="1961460"/>
        <a:ext cx="1061130" cy="514556"/>
      </dsp:txXfrm>
    </dsp:sp>
    <dsp:sp modelId="{F000CC9E-FE5A-43AE-84C7-DBCC569467E2}">
      <dsp:nvSpPr>
        <dsp:cNvPr id="0" name=""/>
        <dsp:cNvSpPr/>
      </dsp:nvSpPr>
      <dsp:spPr>
        <a:xfrm>
          <a:off x="4211829" y="2492026"/>
          <a:ext cx="109314" cy="409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930"/>
              </a:lnTo>
              <a:lnTo>
                <a:pt x="109314" y="40993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71444-0DCE-4615-BCDD-66AFC4531970}">
      <dsp:nvSpPr>
        <dsp:cNvPr id="0" name=""/>
        <dsp:cNvSpPr/>
      </dsp:nvSpPr>
      <dsp:spPr>
        <a:xfrm>
          <a:off x="4321143" y="2628669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OpenCV </a:t>
          </a:r>
        </a:p>
      </dsp:txBody>
      <dsp:txXfrm>
        <a:off x="4337152" y="2644678"/>
        <a:ext cx="842501" cy="514556"/>
      </dsp:txXfrm>
    </dsp:sp>
    <dsp:sp modelId="{761F1016-190D-436F-9232-5862188E41DC}">
      <dsp:nvSpPr>
        <dsp:cNvPr id="0" name=""/>
        <dsp:cNvSpPr/>
      </dsp:nvSpPr>
      <dsp:spPr>
        <a:xfrm>
          <a:off x="4211829" y="2492026"/>
          <a:ext cx="109314" cy="1093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148"/>
              </a:lnTo>
              <a:lnTo>
                <a:pt x="109314" y="109314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2E52A-5E6E-4DDF-998E-2E8FA9AA74E0}">
      <dsp:nvSpPr>
        <dsp:cNvPr id="0" name=""/>
        <dsp:cNvSpPr/>
      </dsp:nvSpPr>
      <dsp:spPr>
        <a:xfrm>
          <a:off x="4321143" y="3311887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Pillow </a:t>
          </a:r>
        </a:p>
      </dsp:txBody>
      <dsp:txXfrm>
        <a:off x="4337152" y="3327896"/>
        <a:ext cx="842501" cy="514556"/>
      </dsp:txXfrm>
    </dsp:sp>
    <dsp:sp modelId="{DC8C9B12-AF62-4BC3-BB40-D2ADF686E1C2}">
      <dsp:nvSpPr>
        <dsp:cNvPr id="0" name=""/>
        <dsp:cNvSpPr/>
      </dsp:nvSpPr>
      <dsp:spPr>
        <a:xfrm>
          <a:off x="4211829" y="2492026"/>
          <a:ext cx="109314" cy="177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6367"/>
              </a:lnTo>
              <a:lnTo>
                <a:pt x="109314" y="177636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CBBC-B0B1-4089-BA2A-7F6962527B7C}">
      <dsp:nvSpPr>
        <dsp:cNvPr id="0" name=""/>
        <dsp:cNvSpPr/>
      </dsp:nvSpPr>
      <dsp:spPr>
        <a:xfrm>
          <a:off x="4321143" y="3995105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rembg </a:t>
          </a:r>
        </a:p>
      </dsp:txBody>
      <dsp:txXfrm>
        <a:off x="4337152" y="4011114"/>
        <a:ext cx="842501" cy="514556"/>
      </dsp:txXfrm>
    </dsp:sp>
    <dsp:sp modelId="{96BB375C-F80E-4EEE-B327-46B6384E2A2F}">
      <dsp:nvSpPr>
        <dsp:cNvPr id="0" name=""/>
        <dsp:cNvSpPr/>
      </dsp:nvSpPr>
      <dsp:spPr>
        <a:xfrm>
          <a:off x="5468950" y="1945451"/>
          <a:ext cx="1093148" cy="54657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Integration</a:t>
          </a:r>
          <a:endParaRPr lang="en-IN" sz="1600" kern="1200"/>
        </a:p>
      </dsp:txBody>
      <dsp:txXfrm>
        <a:off x="5484959" y="1961460"/>
        <a:ext cx="1061130" cy="514556"/>
      </dsp:txXfrm>
    </dsp:sp>
    <dsp:sp modelId="{99249AB4-AF1A-4352-9131-66B20597C287}">
      <dsp:nvSpPr>
        <dsp:cNvPr id="0" name=""/>
        <dsp:cNvSpPr/>
      </dsp:nvSpPr>
      <dsp:spPr>
        <a:xfrm>
          <a:off x="5578265" y="2492026"/>
          <a:ext cx="109314" cy="409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930"/>
              </a:lnTo>
              <a:lnTo>
                <a:pt x="109314" y="40993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FFA37A-0B03-45F5-9383-FF39089AD2F8}">
      <dsp:nvSpPr>
        <dsp:cNvPr id="0" name=""/>
        <dsp:cNvSpPr/>
      </dsp:nvSpPr>
      <dsp:spPr>
        <a:xfrm>
          <a:off x="5687580" y="2628669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REST APIs </a:t>
          </a:r>
        </a:p>
      </dsp:txBody>
      <dsp:txXfrm>
        <a:off x="5703589" y="2644678"/>
        <a:ext cx="842501" cy="514556"/>
      </dsp:txXfrm>
    </dsp:sp>
    <dsp:sp modelId="{5FA848CD-F202-47C9-93D6-938204C96D78}">
      <dsp:nvSpPr>
        <dsp:cNvPr id="0" name=""/>
        <dsp:cNvSpPr/>
      </dsp:nvSpPr>
      <dsp:spPr>
        <a:xfrm>
          <a:off x="5578265" y="2492026"/>
          <a:ext cx="109314" cy="1093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148"/>
              </a:lnTo>
              <a:lnTo>
                <a:pt x="109314" y="109314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22B0E-1203-412D-BB9C-7D9B71655B70}">
      <dsp:nvSpPr>
        <dsp:cNvPr id="0" name=""/>
        <dsp:cNvSpPr/>
      </dsp:nvSpPr>
      <dsp:spPr>
        <a:xfrm>
          <a:off x="5687580" y="3311887"/>
          <a:ext cx="874519" cy="546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Marketplace Adapter Architecture </a:t>
          </a:r>
        </a:p>
      </dsp:txBody>
      <dsp:txXfrm>
        <a:off x="5703589" y="3327896"/>
        <a:ext cx="842501" cy="514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CF397-DD3F-4ADC-B993-21247A74AF6F}">
      <dsp:nvSpPr>
        <dsp:cNvPr id="0" name=""/>
        <dsp:cNvSpPr/>
      </dsp:nvSpPr>
      <dsp:spPr>
        <a:xfrm rot="5400000">
          <a:off x="1746982" y="-835075"/>
          <a:ext cx="2214939" cy="388589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72" tIns="218787" rIns="50772" bIns="218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Arial" panose="020B0604020202020204" pitchFamily="34" charset="0"/>
              <a:cs typeface="Arial" panose="020B0604020202020204" pitchFamily="34" charset="0"/>
            </a:rPr>
            <a:t>Technical Feasibility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6200000">
        <a:off x="28103" y="28104"/>
        <a:ext cx="931377" cy="2158735"/>
      </dsp:txXfrm>
    </dsp:sp>
    <dsp:sp modelId="{CDD79045-C351-46DF-BCB1-7359478B73F8}">
      <dsp:nvSpPr>
        <dsp:cNvPr id="0" name=""/>
        <dsp:cNvSpPr/>
      </dsp:nvSpPr>
      <dsp:spPr>
        <a:xfrm>
          <a:off x="959479" y="401"/>
          <a:ext cx="3837919" cy="2214939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6" tIns="218787" rIns="81236" bIns="218787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Uses established open-source AI technologies.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Local AI models reduce dependency on paid cloud APIs.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Modular architecture allows individual AI components to be improved independently.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FastAPI provides lightweight and scalable REST APIs.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SQLite enables rapid deployment for the prototype.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Marketplace adapter architecture allows future platform integrations without redesigning the application. </a:t>
          </a:r>
        </a:p>
      </dsp:txBody>
      <dsp:txXfrm>
        <a:off x="959479" y="401"/>
        <a:ext cx="3837919" cy="2214939"/>
      </dsp:txXfrm>
    </dsp:sp>
    <dsp:sp modelId="{88BFBD60-6701-45CB-AED5-F44709E6AAF2}">
      <dsp:nvSpPr>
        <dsp:cNvPr id="0" name=""/>
        <dsp:cNvSpPr/>
      </dsp:nvSpPr>
      <dsp:spPr>
        <a:xfrm rot="16200000">
          <a:off x="-627729" y="627732"/>
          <a:ext cx="2214939" cy="959479"/>
        </a:xfrm>
        <a:prstGeom prst="round2SameRect">
          <a:avLst>
            <a:gd name="adj1" fmla="val 100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772" tIns="218787" rIns="50772" bIns="218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Arial" panose="020B0604020202020204" pitchFamily="34" charset="0"/>
              <a:cs typeface="Arial" panose="020B0604020202020204" pitchFamily="34" charset="0"/>
            </a:rPr>
            <a:t>Technical Feasibility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28103" y="28104"/>
        <a:ext cx="931377" cy="2158735"/>
      </dsp:txXfrm>
    </dsp:sp>
    <dsp:sp modelId="{D176D8A8-B2BA-4F23-88CF-9145164D9E1B}">
      <dsp:nvSpPr>
        <dsp:cNvPr id="0" name=""/>
        <dsp:cNvSpPr/>
      </dsp:nvSpPr>
      <dsp:spPr>
        <a:xfrm rot="5400000">
          <a:off x="1746982" y="1512760"/>
          <a:ext cx="2214939" cy="388589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72" tIns="218787" rIns="50772" bIns="2187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Operational Feasibility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6200000">
        <a:off x="28103" y="2376339"/>
        <a:ext cx="931377" cy="2158735"/>
      </dsp:txXfrm>
    </dsp:sp>
    <dsp:sp modelId="{56D6D709-AF7D-4620-B515-CE8061BEE91F}">
      <dsp:nvSpPr>
        <dsp:cNvPr id="0" name=""/>
        <dsp:cNvSpPr/>
      </dsp:nvSpPr>
      <dsp:spPr>
        <a:xfrm>
          <a:off x="959479" y="2348237"/>
          <a:ext cx="3837919" cy="2214939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6" tIns="218787" rIns="81236" bIns="218787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KARIGAR is designed for artisans with limited digital experience.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>
              <a:latin typeface="Arial" panose="020B0604020202020204" pitchFamily="34" charset="0"/>
              <a:cs typeface="Arial" panose="020B0604020202020204" pitchFamily="34" charset="0"/>
            </a:rPr>
            <a:t>Instead of: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Login → Forms → Categories → Description → Photo Editing → Pricing → Listing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KAI simplifies the experience into: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Speak → Review → Publish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Large controls, minimal forms and multilingual interaction reduce the digital learning curve.</a:t>
          </a:r>
        </a:p>
      </dsp:txBody>
      <dsp:txXfrm>
        <a:off x="959479" y="2348237"/>
        <a:ext cx="3837919" cy="2214939"/>
      </dsp:txXfrm>
    </dsp:sp>
    <dsp:sp modelId="{4F08BED1-2E4E-460A-840D-AF291942F8CA}">
      <dsp:nvSpPr>
        <dsp:cNvPr id="0" name=""/>
        <dsp:cNvSpPr/>
      </dsp:nvSpPr>
      <dsp:spPr>
        <a:xfrm rot="16200000">
          <a:off x="-627729" y="2975967"/>
          <a:ext cx="2214939" cy="959479"/>
        </a:xfrm>
        <a:prstGeom prst="round2SameRect">
          <a:avLst>
            <a:gd name="adj1" fmla="val 10000"/>
            <a:gd name="adj2" fmla="val 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772" tIns="218787" rIns="50772" bIns="2187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Operational Feasibility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28103" y="2376339"/>
        <a:ext cx="931377" cy="21587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D5AEE-E0F1-44D0-B391-17054DCD0254}">
      <dsp:nvSpPr>
        <dsp:cNvPr id="0" name=""/>
        <dsp:cNvSpPr/>
      </dsp:nvSpPr>
      <dsp:spPr>
        <a:xfrm>
          <a:off x="0" y="157180"/>
          <a:ext cx="3134604" cy="4077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CHALLENGES</a:t>
          </a:r>
        </a:p>
      </dsp:txBody>
      <dsp:txXfrm>
        <a:off x="19904" y="177084"/>
        <a:ext cx="3094796" cy="367937"/>
      </dsp:txXfrm>
    </dsp:sp>
    <dsp:sp modelId="{958D747B-4D58-4C60-BD26-ED2A8494C5EB}">
      <dsp:nvSpPr>
        <dsp:cNvPr id="0" name=""/>
        <dsp:cNvSpPr/>
      </dsp:nvSpPr>
      <dsp:spPr>
        <a:xfrm>
          <a:off x="0" y="564925"/>
          <a:ext cx="3134604" cy="17946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Limited digital literacy	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Regional language barrier	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Poor product photographs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Difficulty writing descriptions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Lack of pricing knowledge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Limited product innovation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Dependence on a single marketplace	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Low internet / computing resources</a:t>
          </a:r>
        </a:p>
      </dsp:txBody>
      <dsp:txXfrm>
        <a:off x="0" y="564925"/>
        <a:ext cx="3134604" cy="1794690"/>
      </dsp:txXfrm>
    </dsp:sp>
    <dsp:sp modelId="{8F349B92-4266-4383-905F-EFF324F869D9}">
      <dsp:nvSpPr>
        <dsp:cNvPr id="0" name=""/>
        <dsp:cNvSpPr/>
      </dsp:nvSpPr>
      <dsp:spPr>
        <a:xfrm>
          <a:off x="0" y="2359615"/>
          <a:ext cx="3134604" cy="407745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SOLUTION</a:t>
          </a:r>
        </a:p>
      </dsp:txBody>
      <dsp:txXfrm>
        <a:off x="19904" y="2379519"/>
        <a:ext cx="3094796" cy="367937"/>
      </dsp:txXfrm>
    </dsp:sp>
    <dsp:sp modelId="{651D61BB-E075-402B-9E3A-FAEBD8FDE697}">
      <dsp:nvSpPr>
        <dsp:cNvPr id="0" name=""/>
        <dsp:cNvSpPr/>
      </dsp:nvSpPr>
      <dsp:spPr>
        <a:xfrm>
          <a:off x="0" y="2767360"/>
          <a:ext cx="3134604" cy="17946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Voice-first interaction + simple UI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Multilingual speech and translation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AI Product Studio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Automatic catalog generation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Explainable fair-price engine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Raw Material → Product Ideas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Marketplace adapter architecture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kern="1200" dirty="0"/>
            <a:t>Lightweight/local AI where possible</a:t>
          </a:r>
        </a:p>
      </dsp:txBody>
      <dsp:txXfrm>
        <a:off x="0" y="2767360"/>
        <a:ext cx="3134604" cy="17946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C67F8-0E7F-4E7B-9184-79D025D2C30F}">
      <dsp:nvSpPr>
        <dsp:cNvPr id="0" name=""/>
        <dsp:cNvSpPr/>
      </dsp:nvSpPr>
      <dsp:spPr>
        <a:xfrm>
          <a:off x="0" y="317780"/>
          <a:ext cx="329837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90" tIns="249936" rIns="25599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Easy product digitization without requiring technical expertise.</a:t>
          </a:r>
        </a:p>
      </dsp:txBody>
      <dsp:txXfrm>
        <a:off x="0" y="317780"/>
        <a:ext cx="3298372" cy="680400"/>
      </dsp:txXfrm>
    </dsp:sp>
    <dsp:sp modelId="{212E1C74-4576-4B1D-BF06-2DBF837DF794}">
      <dsp:nvSpPr>
        <dsp:cNvPr id="0" name=""/>
        <dsp:cNvSpPr/>
      </dsp:nvSpPr>
      <dsp:spPr>
        <a:xfrm>
          <a:off x="164918" y="140660"/>
          <a:ext cx="2308860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69" tIns="0" rIns="872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For Artisans</a:t>
          </a:r>
          <a:endParaRPr lang="en-IN" sz="1200" kern="1200"/>
        </a:p>
      </dsp:txBody>
      <dsp:txXfrm>
        <a:off x="182211" y="157953"/>
        <a:ext cx="2274274" cy="319654"/>
      </dsp:txXfrm>
    </dsp:sp>
    <dsp:sp modelId="{1738A403-E2BC-42F4-94B4-4EC4E18A5272}">
      <dsp:nvSpPr>
        <dsp:cNvPr id="0" name=""/>
        <dsp:cNvSpPr/>
      </dsp:nvSpPr>
      <dsp:spPr>
        <a:xfrm>
          <a:off x="0" y="1240100"/>
          <a:ext cx="329837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90" tIns="249936" rIns="25599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Receives better structured, standardized product listings.</a:t>
          </a:r>
        </a:p>
      </dsp:txBody>
      <dsp:txXfrm>
        <a:off x="0" y="1240100"/>
        <a:ext cx="3298372" cy="680400"/>
      </dsp:txXfrm>
    </dsp:sp>
    <dsp:sp modelId="{D1B52EBA-04A7-410B-AF3A-4100FEB4FCDD}">
      <dsp:nvSpPr>
        <dsp:cNvPr id="0" name=""/>
        <dsp:cNvSpPr/>
      </dsp:nvSpPr>
      <dsp:spPr>
        <a:xfrm>
          <a:off x="164918" y="1062980"/>
          <a:ext cx="2308860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69" tIns="0" rIns="872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For E-commerce</a:t>
          </a:r>
          <a:endParaRPr lang="en-IN" sz="1200" kern="1200"/>
        </a:p>
      </dsp:txBody>
      <dsp:txXfrm>
        <a:off x="182211" y="1080273"/>
        <a:ext cx="2274274" cy="319654"/>
      </dsp:txXfrm>
    </dsp:sp>
    <dsp:sp modelId="{74C3B9BB-1F45-4CE3-8C74-6377BAFDEB68}">
      <dsp:nvSpPr>
        <dsp:cNvPr id="0" name=""/>
        <dsp:cNvSpPr/>
      </dsp:nvSpPr>
      <dsp:spPr>
        <a:xfrm>
          <a:off x="0" y="2162420"/>
          <a:ext cx="329837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90" tIns="249936" rIns="25599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Can support digital inclusion and artisan empowerment programs.</a:t>
          </a:r>
        </a:p>
      </dsp:txBody>
      <dsp:txXfrm>
        <a:off x="0" y="2162420"/>
        <a:ext cx="3298372" cy="680400"/>
      </dsp:txXfrm>
    </dsp:sp>
    <dsp:sp modelId="{F5D30EAE-641B-445D-98B4-DD2F5B95BC00}">
      <dsp:nvSpPr>
        <dsp:cNvPr id="0" name=""/>
        <dsp:cNvSpPr/>
      </dsp:nvSpPr>
      <dsp:spPr>
        <a:xfrm>
          <a:off x="164918" y="1985300"/>
          <a:ext cx="2308860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69" tIns="0" rIns="872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For Government / NGOs</a:t>
          </a:r>
          <a:endParaRPr lang="en-IN" sz="1200" kern="1200"/>
        </a:p>
      </dsp:txBody>
      <dsp:txXfrm>
        <a:off x="182211" y="2002593"/>
        <a:ext cx="2274274" cy="319654"/>
      </dsp:txXfrm>
    </dsp:sp>
    <dsp:sp modelId="{1B730521-CC75-4638-8D28-E86B4F60340D}">
      <dsp:nvSpPr>
        <dsp:cNvPr id="0" name=""/>
        <dsp:cNvSpPr/>
      </dsp:nvSpPr>
      <dsp:spPr>
        <a:xfrm>
          <a:off x="0" y="3084740"/>
          <a:ext cx="3298372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90" tIns="249936" rIns="25599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The same architecture can support additional: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Indian languages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Artisan communities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Craft categories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E-commerce platforms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AI models </a:t>
          </a:r>
        </a:p>
      </dsp:txBody>
      <dsp:txXfrm>
        <a:off x="0" y="3084740"/>
        <a:ext cx="3298372" cy="1663200"/>
      </dsp:txXfrm>
    </dsp:sp>
    <dsp:sp modelId="{44292E9D-3951-452F-AB03-77ECA32DE4AE}">
      <dsp:nvSpPr>
        <dsp:cNvPr id="0" name=""/>
        <dsp:cNvSpPr/>
      </dsp:nvSpPr>
      <dsp:spPr>
        <a:xfrm>
          <a:off x="164918" y="2907620"/>
          <a:ext cx="2308860" cy="354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69" tIns="0" rIns="872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For Future Expansion</a:t>
          </a:r>
          <a:endParaRPr lang="en-IN" sz="1200" kern="1200"/>
        </a:p>
      </dsp:txBody>
      <dsp:txXfrm>
        <a:off x="182211" y="2924913"/>
        <a:ext cx="2274274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CB703-CA61-4F5F-97C1-40C2B7762FFC}">
      <dsp:nvSpPr>
        <dsp:cNvPr id="0" name=""/>
        <dsp:cNvSpPr/>
      </dsp:nvSpPr>
      <dsp:spPr>
        <a:xfrm rot="5400000">
          <a:off x="-266651" y="271272"/>
          <a:ext cx="1777677" cy="124437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Social Impact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626807"/>
        <a:ext cx="1244374" cy="533303"/>
      </dsp:txXfrm>
    </dsp:sp>
    <dsp:sp modelId="{76C73FAA-DBDE-48B0-91E3-6FF301ECE67C}">
      <dsp:nvSpPr>
        <dsp:cNvPr id="0" name=""/>
        <dsp:cNvSpPr/>
      </dsp:nvSpPr>
      <dsp:spPr>
        <a:xfrm rot="5400000">
          <a:off x="3412110" y="-2163115"/>
          <a:ext cx="1155490" cy="54909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Reduces digital literacy barriers.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Enables artisans to interact in their familiar language.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Gives marginalized artisans greater independence in digital commerce.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Preserves individual artisan stories and knowledge.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Encourages participation in the digital economy. </a:t>
          </a:r>
        </a:p>
      </dsp:txBody>
      <dsp:txXfrm rot="-5400000">
        <a:off x="1244374" y="61027"/>
        <a:ext cx="5434556" cy="1042678"/>
      </dsp:txXfrm>
    </dsp:sp>
    <dsp:sp modelId="{47F7A9D7-A78E-487C-AAAC-A46948FC0925}">
      <dsp:nvSpPr>
        <dsp:cNvPr id="0" name=""/>
        <dsp:cNvSpPr/>
      </dsp:nvSpPr>
      <dsp:spPr>
        <a:xfrm rot="5400000">
          <a:off x="-266651" y="1856888"/>
          <a:ext cx="1777677" cy="1244374"/>
        </a:xfrm>
        <a:prstGeom prst="chevron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Economic Impact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2212423"/>
        <a:ext cx="1244374" cy="533303"/>
      </dsp:txXfrm>
    </dsp:sp>
    <dsp:sp modelId="{A1417119-6AE7-4E60-830C-E47434AC61D3}">
      <dsp:nvSpPr>
        <dsp:cNvPr id="0" name=""/>
        <dsp:cNvSpPr/>
      </dsp:nvSpPr>
      <dsp:spPr>
        <a:xfrm rot="5400000">
          <a:off x="3412110" y="-577498"/>
          <a:ext cx="1155490" cy="54909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Enables year-round digital selling capability.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Improves product presentation.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Helps artisans make more informed pricing decisions.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Reduces dependence on intermediaries for basic digital cataloging.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Makes products easier to discover across digital commerce channels. </a:t>
          </a:r>
        </a:p>
      </dsp:txBody>
      <dsp:txXfrm rot="-5400000">
        <a:off x="1244374" y="1646644"/>
        <a:ext cx="5434556" cy="1042678"/>
      </dsp:txXfrm>
    </dsp:sp>
    <dsp:sp modelId="{2799A5DD-EF45-4200-8328-CB509865F753}">
      <dsp:nvSpPr>
        <dsp:cNvPr id="0" name=""/>
        <dsp:cNvSpPr/>
      </dsp:nvSpPr>
      <dsp:spPr>
        <a:xfrm rot="5400000">
          <a:off x="-266651" y="3442505"/>
          <a:ext cx="1777677" cy="1244374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Environmental Impact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3798040"/>
        <a:ext cx="1244374" cy="533303"/>
      </dsp:txXfrm>
    </dsp:sp>
    <dsp:sp modelId="{D9CA05E1-C0B7-4C7D-A781-F8473EAED0E3}">
      <dsp:nvSpPr>
        <dsp:cNvPr id="0" name=""/>
        <dsp:cNvSpPr/>
      </dsp:nvSpPr>
      <dsp:spPr>
        <a:xfrm rot="5400000">
          <a:off x="3412110" y="1008117"/>
          <a:ext cx="1155490" cy="54909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>
              <a:latin typeface="Arial" panose="020B0604020202020204" pitchFamily="34" charset="0"/>
              <a:cs typeface="Arial" panose="020B0604020202020204" pitchFamily="34" charset="0"/>
            </a:rPr>
            <a:t>Unused / Excess Raw Material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>
              <a:latin typeface="Arial" panose="020B0604020202020204" pitchFamily="34" charset="0"/>
              <a:cs typeface="Arial" panose="020B0604020202020204" pitchFamily="34" charset="0"/>
            </a:rPr>
            <a:t>AI Product Suggestions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>
              <a:latin typeface="Arial" panose="020B0604020202020204" pitchFamily="34" charset="0"/>
              <a:cs typeface="Arial" panose="020B0604020202020204" pitchFamily="34" charset="0"/>
            </a:rPr>
            <a:t>New Product Possibilities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>
              <a:latin typeface="Arial" panose="020B0604020202020204" pitchFamily="34" charset="0"/>
              <a:cs typeface="Arial" panose="020B0604020202020204" pitchFamily="34" charset="0"/>
            </a:rPr>
            <a:t>Reduced Material Wastage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Example: </a:t>
          </a: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Excess Bamboo → Product Ideas → New Craft Product → Digital Listing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244374" y="3232259"/>
        <a:ext cx="5434556" cy="1042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F7827-C64A-40EA-83B5-EF119077FFF2}">
      <dsp:nvSpPr>
        <dsp:cNvPr id="0" name=""/>
        <dsp:cNvSpPr/>
      </dsp:nvSpPr>
      <dsp:spPr>
        <a:xfrm>
          <a:off x="542" y="2041958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Raw Material Cataloging</a:t>
          </a:r>
          <a:endParaRPr lang="en-IN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Artisans can digitally catalog and sell available raw materials through external e-commerce channels.</a:t>
          </a:r>
        </a:p>
      </dsp:txBody>
      <dsp:txXfrm>
        <a:off x="542" y="2041958"/>
        <a:ext cx="2114762" cy="1268857"/>
      </dsp:txXfrm>
    </dsp:sp>
    <dsp:sp modelId="{D96AAE62-6186-4C51-85D7-704824F1DE95}">
      <dsp:nvSpPr>
        <dsp:cNvPr id="0" name=""/>
        <dsp:cNvSpPr/>
      </dsp:nvSpPr>
      <dsp:spPr>
        <a:xfrm>
          <a:off x="2326781" y="2041958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50000"/>
                <a:satMod val="300000"/>
              </a:schemeClr>
            </a:gs>
            <a:gs pos="35000">
              <a:schemeClr val="accent5">
                <a:hueOff val="-1986775"/>
                <a:satOff val="7962"/>
                <a:lumOff val="1726"/>
                <a:alphaOff val="0"/>
                <a:tint val="37000"/>
                <a:satMod val="30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AI Photo Quality Coach</a:t>
          </a:r>
          <a:endParaRPr lang="en-IN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latin typeface="Arial" panose="020B0604020202020204" pitchFamily="34" charset="0"/>
              <a:cs typeface="Arial" panose="020B0604020202020204" pitchFamily="34" charset="0"/>
            </a:rPr>
            <a:t>Instead of simply enhancing an image, KAI explains what is wrong: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>
              <a:latin typeface="Arial" panose="020B0604020202020204" pitchFamily="34" charset="0"/>
              <a:cs typeface="Arial" panose="020B0604020202020204" pitchFamily="34" charset="0"/>
            </a:rPr>
            <a:t>“Image is too dark.”</a:t>
          </a:r>
          <a:br>
            <a:rPr lang="en-IN" sz="11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100" b="1" kern="1200" dirty="0">
              <a:latin typeface="Arial" panose="020B0604020202020204" pitchFamily="34" charset="0"/>
              <a:cs typeface="Arial" panose="020B0604020202020204" pitchFamily="34" charset="0"/>
            </a:rPr>
            <a:t>“Background is distracting.”</a:t>
          </a:r>
          <a:endParaRPr lang="en-IN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6781" y="2041958"/>
        <a:ext cx="2114762" cy="1268857"/>
      </dsp:txXfrm>
    </dsp:sp>
    <dsp:sp modelId="{FB5D1442-0430-497B-A081-02FB5C0F4635}">
      <dsp:nvSpPr>
        <dsp:cNvPr id="0" name=""/>
        <dsp:cNvSpPr/>
      </dsp:nvSpPr>
      <dsp:spPr>
        <a:xfrm>
          <a:off x="542" y="3522292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50000"/>
                <a:satMod val="300000"/>
              </a:schemeClr>
            </a:gs>
            <a:gs pos="35000">
              <a:schemeClr val="accent5">
                <a:hueOff val="-3973551"/>
                <a:satOff val="15924"/>
                <a:lumOff val="3451"/>
                <a:alphaOff val="0"/>
                <a:tint val="37000"/>
                <a:satMod val="30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Craft Story Preservation</a:t>
          </a:r>
          <a:endParaRPr lang="en-IN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Converts the artisan's personal narration into a digital product story.</a:t>
          </a:r>
        </a:p>
      </dsp:txBody>
      <dsp:txXfrm>
        <a:off x="542" y="3522292"/>
        <a:ext cx="2114762" cy="1268857"/>
      </dsp:txXfrm>
    </dsp:sp>
    <dsp:sp modelId="{25938972-B9AB-439F-8D4F-50C61FCF0275}">
      <dsp:nvSpPr>
        <dsp:cNvPr id="0" name=""/>
        <dsp:cNvSpPr/>
      </dsp:nvSpPr>
      <dsp:spPr>
        <a:xfrm>
          <a:off x="2326781" y="3522292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50000"/>
                <a:satMod val="300000"/>
              </a:schemeClr>
            </a:gs>
            <a:gs pos="35000">
              <a:schemeClr val="accent5">
                <a:hueOff val="-5960326"/>
                <a:satOff val="23887"/>
                <a:lumOff val="5177"/>
                <a:alphaOff val="0"/>
                <a:tint val="37000"/>
                <a:satMod val="30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AI Skill &amp; Tutorial Recommendation</a:t>
          </a:r>
          <a:endParaRPr lang="en-IN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Recommends relevant learning resources based on the artisan's material, craft and product goals</a:t>
          </a:r>
          <a:r>
            <a:rPr lang="en-IN" sz="10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326781" y="3522292"/>
        <a:ext cx="2114762" cy="1268857"/>
      </dsp:txXfrm>
    </dsp:sp>
    <dsp:sp modelId="{AC84E924-1FAC-4A6E-9671-B075951FC8F5}">
      <dsp:nvSpPr>
        <dsp:cNvPr id="0" name=""/>
        <dsp:cNvSpPr/>
      </dsp:nvSpPr>
      <dsp:spPr>
        <a:xfrm>
          <a:off x="542" y="5002626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50000"/>
                <a:satMod val="300000"/>
              </a:schemeClr>
            </a:gs>
            <a:gs pos="35000">
              <a:schemeClr val="accent5">
                <a:hueOff val="-7947101"/>
                <a:satOff val="31849"/>
                <a:lumOff val="6902"/>
                <a:alphaOff val="0"/>
                <a:tint val="37000"/>
                <a:satMod val="30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Voice-Controlled Business Assistant</a:t>
          </a:r>
          <a:endParaRPr lang="en-IN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latin typeface="Arial" panose="020B0604020202020204" pitchFamily="34" charset="0"/>
              <a:cs typeface="Arial" panose="020B0604020202020204" pitchFamily="34" charset="0"/>
            </a:rPr>
            <a:t>Artisans can perform common actions through voice: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latin typeface="Arial" panose="020B0604020202020204" pitchFamily="34" charset="0"/>
              <a:cs typeface="Arial" panose="020B0604020202020204" pitchFamily="34" charset="0"/>
            </a:rPr>
            <a:t>“Show my products.”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latin typeface="Arial" panose="020B0604020202020204" pitchFamily="34" charset="0"/>
              <a:cs typeface="Arial" panose="020B0604020202020204" pitchFamily="34" charset="0"/>
            </a:rPr>
            <a:t>“Add five kilograms of bamboo.”</a:t>
          </a:r>
        </a:p>
      </dsp:txBody>
      <dsp:txXfrm>
        <a:off x="542" y="5002626"/>
        <a:ext cx="2114762" cy="1268857"/>
      </dsp:txXfrm>
    </dsp:sp>
    <dsp:sp modelId="{D60C698A-598B-435B-B504-D415B4551848}">
      <dsp:nvSpPr>
        <dsp:cNvPr id="0" name=""/>
        <dsp:cNvSpPr/>
      </dsp:nvSpPr>
      <dsp:spPr>
        <a:xfrm>
          <a:off x="2326781" y="5002626"/>
          <a:ext cx="2114762" cy="1268857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>
              <a:latin typeface="Arial" panose="020B0604020202020204" pitchFamily="34" charset="0"/>
              <a:cs typeface="Arial" panose="020B0604020202020204" pitchFamily="34" charset="0"/>
            </a:rPr>
            <a:t>Multi-Market Ready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One standardized KAI listing can be adapted for different authorized e-commerce channels.</a:t>
          </a:r>
        </a:p>
      </dsp:txBody>
      <dsp:txXfrm>
        <a:off x="2326781" y="5002626"/>
        <a:ext cx="2114762" cy="1268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diagramDrawing" Target="../diagrams/drawing3.xml"/><Relationship Id="rId18" Type="http://schemas.microsoft.com/office/2007/relationships/diagramDrawing" Target="../diagrams/drawing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1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5" Type="http://schemas.openxmlformats.org/officeDocument/2006/relationships/diagramLayout" Target="../diagrams/layout4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" y="1477246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SIH26090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AI-Driven Market Linkage and Smart Cataloging Mobile Application for Marginalized Artisans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Zyra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62712" y="146319"/>
            <a:ext cx="9500000" cy="800100"/>
          </a:xfrm>
        </p:spPr>
        <p:txBody>
          <a:bodyPr anchor="ctr"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KARIGAR – AI Digital Assistant for Artisans</a:t>
            </a:r>
          </a:p>
        </p:txBody>
      </p:sp>
      <p:sp>
        <p:nvSpPr>
          <p:cNvPr id="15362" name="Subtitle TextBox"/>
          <p:cNvSpPr txBox="1"/>
          <p:nvPr/>
        </p:nvSpPr>
        <p:spPr>
          <a:xfrm>
            <a:off x="604200" y="5746481"/>
            <a:ext cx="11292000" cy="43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Key Innovation: Not another marketplace — a digital enablement layer connecting artisans to existing marketplaces</a:t>
            </a:r>
          </a:p>
        </p:txBody>
      </p:sp>
      <p:graphicFrame>
        <p:nvGraphicFramePr>
          <p:cNvPr id="15363" name="Problem Sol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06632"/>
              </p:ext>
            </p:extLst>
          </p:nvPr>
        </p:nvGraphicFramePr>
        <p:xfrm>
          <a:off x="449999" y="1285763"/>
          <a:ext cx="11292000" cy="353660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417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Problem</a:t>
                      </a:r>
                    </a:p>
                  </a:txBody>
                  <a:tcPr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Solution</a:t>
                      </a:r>
                    </a:p>
                  </a:txBody>
                  <a:tcPr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Language Barrier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Voice-first Tamil / Hindi / English interaction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Poor Product Photos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AI Photo Studio &amp; Quality Enhancement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Difficult Cataloging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Auto-generated product details &amp; keywords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Unfair Pricing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Material + Labour based Fair Price Assistant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Unused Raw Materials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AI Product Ideas</a:t>
                      </a: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Limited Market Access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Marketplace-ready listing &amp; publishing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364" name="Core Flow Banner"/>
          <p:cNvSpPr/>
          <p:nvPr/>
        </p:nvSpPr>
        <p:spPr>
          <a:xfrm>
            <a:off x="449999" y="5100136"/>
            <a:ext cx="11292000" cy="5000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VOICE  →  PRODUCT  →  LISTING  →  MARKET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Zyra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E61C26-F6A5-F0CC-A3D6-7B90EC51EF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689573"/>
              </p:ext>
            </p:extLst>
          </p:nvPr>
        </p:nvGraphicFramePr>
        <p:xfrm>
          <a:off x="255181" y="1500"/>
          <a:ext cx="6565305" cy="7170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6FAABD-333E-B736-6A6F-84E8FE10F2BB}"/>
              </a:ext>
            </a:extLst>
          </p:cNvPr>
          <p:cNvSpPr txBox="1"/>
          <p:nvPr/>
        </p:nvSpPr>
        <p:spPr>
          <a:xfrm>
            <a:off x="203433" y="1419436"/>
            <a:ext cx="2756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TECH STACKS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CF38C4-1AEA-CF68-226A-953D4FBF268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746" t="1967" r="3307" b="1915"/>
          <a:stretch>
            <a:fillRect/>
          </a:stretch>
        </p:blipFill>
        <p:spPr>
          <a:xfrm>
            <a:off x="7075667" y="1259073"/>
            <a:ext cx="4901829" cy="50641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6D0FBF-AE3F-8125-4603-7CB2D0AA9CE8}"/>
              </a:ext>
            </a:extLst>
          </p:cNvPr>
          <p:cNvSpPr txBox="1"/>
          <p:nvPr/>
        </p:nvSpPr>
        <p:spPr>
          <a:xfrm>
            <a:off x="7075667" y="894940"/>
            <a:ext cx="3189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FEASIBILITY AND VIABILITY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775BF70-0052-72A8-3D53-B73D710B1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6360678"/>
              </p:ext>
            </p:extLst>
          </p:nvPr>
        </p:nvGraphicFramePr>
        <p:xfrm>
          <a:off x="362430" y="1499010"/>
          <a:ext cx="4797399" cy="4563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Zyra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BA1D783-DFD0-1999-88A1-7464363D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527777"/>
              </p:ext>
            </p:extLst>
          </p:nvPr>
        </p:nvGraphicFramePr>
        <p:xfrm>
          <a:off x="5312710" y="1387549"/>
          <a:ext cx="3134604" cy="4719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16F999A-8479-F3CA-7F1B-670B772E44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0441543"/>
              </p:ext>
            </p:extLst>
          </p:nvPr>
        </p:nvGraphicFramePr>
        <p:xfrm>
          <a:off x="8600195" y="1320073"/>
          <a:ext cx="3298372" cy="4888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9CD607F-76FD-47DF-6806-3DFCD2BB68A0}"/>
              </a:ext>
            </a:extLst>
          </p:cNvPr>
          <p:cNvSpPr txBox="1"/>
          <p:nvPr/>
        </p:nvSpPr>
        <p:spPr>
          <a:xfrm>
            <a:off x="1340543" y="1093883"/>
            <a:ext cx="284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1F46C-45FE-024C-8379-CB9613C4FBB9}"/>
              </a:ext>
            </a:extLst>
          </p:cNvPr>
          <p:cNvSpPr txBox="1"/>
          <p:nvPr/>
        </p:nvSpPr>
        <p:spPr>
          <a:xfrm>
            <a:off x="5312710" y="1113130"/>
            <a:ext cx="3134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MAJOR CHALLENGES &amp; SOLUTIONS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037602-A853-D7AB-6289-C5D91156C575}"/>
              </a:ext>
            </a:extLst>
          </p:cNvPr>
          <p:cNvSpPr txBox="1"/>
          <p:nvPr/>
        </p:nvSpPr>
        <p:spPr>
          <a:xfrm>
            <a:off x="8741229" y="1053554"/>
            <a:ext cx="284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VIABILITY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Zyra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D916885-217C-9559-ACC7-94787E9AF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65291"/>
              </p:ext>
            </p:extLst>
          </p:nvPr>
        </p:nvGraphicFramePr>
        <p:xfrm>
          <a:off x="189571" y="1360815"/>
          <a:ext cx="6735337" cy="495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8BC66F-3C1A-F354-C4E6-4131E0523E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8314075"/>
              </p:ext>
            </p:extLst>
          </p:nvPr>
        </p:nvGraphicFramePr>
        <p:xfrm>
          <a:off x="7364083" y="-651521"/>
          <a:ext cx="4442086" cy="8313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9D24C3-F849-BCDD-72BA-AC8185812691}"/>
              </a:ext>
            </a:extLst>
          </p:cNvPr>
          <p:cNvSpPr txBox="1"/>
          <p:nvPr/>
        </p:nvSpPr>
        <p:spPr>
          <a:xfrm>
            <a:off x="2686103" y="943337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IMPACTS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B42817-A1AB-989F-62CD-C31B2D405F8B}"/>
              </a:ext>
            </a:extLst>
          </p:cNvPr>
          <p:cNvSpPr txBox="1"/>
          <p:nvPr/>
        </p:nvSpPr>
        <p:spPr>
          <a:xfrm>
            <a:off x="8507440" y="964002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Zyra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810622C4-AA96-22A2-43F5-CC8BED45AABA}"/>
              </a:ext>
            </a:extLst>
          </p:cNvPr>
          <p:cNvGrpSpPr/>
          <p:nvPr/>
        </p:nvGrpSpPr>
        <p:grpSpPr>
          <a:xfrm>
            <a:off x="447675" y="1112962"/>
            <a:ext cx="11430000" cy="5105278"/>
            <a:chOff x="381000" y="819151"/>
            <a:chExt cx="11430000" cy="52196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50C200-F480-B475-9B8A-0AF18B639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2157413"/>
              <a:ext cx="5648325" cy="1204912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10B97C-8B4D-EE68-197F-0A3813AD4605}"/>
                </a:ext>
              </a:extLst>
            </p:cNvPr>
            <p:cNvGrpSpPr/>
            <p:nvPr/>
          </p:nvGrpSpPr>
          <p:grpSpPr>
            <a:xfrm>
              <a:off x="381000" y="819151"/>
              <a:ext cx="11430000" cy="5219699"/>
              <a:chOff x="381000" y="819151"/>
              <a:chExt cx="11430000" cy="5219699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82531953-73FC-55EF-77F0-A1399F977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000" y="819151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A85AE84-49DA-897D-FA77-42C696D4F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2675" y="819151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C3AAF9E-6839-EB6E-1E5F-4E7AFA6CE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2675" y="2157413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CE61867-21AF-E64A-CCE4-B4E8359631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000" y="3495676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CF11147-38AA-6862-161F-91F2F5736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2675" y="3495676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7CC7D75-67DE-A6BF-7FC8-8CC1E14BF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000" y="4833938"/>
                <a:ext cx="5648325" cy="1204912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50D4AAC-14B8-39D1-85D2-33ADC771D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2675" y="4833938"/>
                <a:ext cx="5648325" cy="1204912"/>
              </a:xfrm>
              <a:prstGeom prst="rect">
                <a:avLst/>
              </a:prstGeom>
            </p:spPr>
          </p:pic>
          <p:sp>
            <p:nvSpPr>
              <p:cNvPr id="15" name="TextBox 18">
                <a:extLst>
                  <a:ext uri="{FF2B5EF4-FFF2-40B4-BE49-F238E27FC236}">
                    <a16:creationId xmlns:a16="http://schemas.microsoft.com/office/drawing/2014/main" id="{C14D2A51-9960-58D1-9F68-AE0B302D5D88}"/>
                  </a:ext>
                </a:extLst>
              </p:cNvPr>
              <p:cNvSpPr txBox="1"/>
              <p:nvPr/>
            </p:nvSpPr>
            <p:spPr>
              <a:xfrm>
                <a:off x="571500" y="1064857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01 • GOVERNMENT DIRECTIVE</a:t>
                </a: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CAD65D2A-9DF0-493F-36A6-4F32C0AB0E12}"/>
                  </a:ext>
                </a:extLst>
              </p:cNvPr>
              <p:cNvSpPr txBox="1"/>
              <p:nvPr/>
            </p:nvSpPr>
            <p:spPr>
              <a:xfrm>
                <a:off x="571500" y="1258491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Ministry of Social Justice &amp; Empowerment (</a:t>
                </a:r>
                <a:r>
                  <a:rPr sz="900" b="1" i="0" u="none" dirty="0" err="1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MoSJE</a:t>
                </a: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17" name="TextBox 20">
                <a:extLst>
                  <a:ext uri="{FF2B5EF4-FFF2-40B4-BE49-F238E27FC236}">
                    <a16:creationId xmlns:a16="http://schemas.microsoft.com/office/drawing/2014/main" id="{30F9F622-E670-2D29-1DFE-B1305B7D9BB4}"/>
                  </a:ext>
                </a:extLst>
              </p:cNvPr>
              <p:cNvSpPr txBox="1"/>
              <p:nvPr/>
            </p:nvSpPr>
            <p:spPr>
              <a:xfrm>
                <a:off x="571500" y="1451372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“AI-Driven Market Linkage &amp; Smart Cataloging for Marginalized Artisans”, SIH 2026 (PS: SIH26090).</a:t>
                </a:r>
              </a:p>
            </p:txBody>
          </p:sp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AC273E72-83BD-FA4D-0486-B4BA73BB6DA4}"/>
                  </a:ext>
                </a:extLst>
              </p:cNvPr>
              <p:cNvSpPr txBox="1"/>
              <p:nvPr/>
            </p:nvSpPr>
            <p:spPr>
              <a:xfrm>
                <a:off x="714375" y="1613933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github.com/vedantchalke36/sih-2026-problem-statements</a:t>
                </a:r>
              </a:p>
            </p:txBody>
          </p:sp>
          <p:sp>
            <p:nvSpPr>
              <p:cNvPr id="19" name="TextBox 22">
                <a:extLst>
                  <a:ext uri="{FF2B5EF4-FFF2-40B4-BE49-F238E27FC236}">
                    <a16:creationId xmlns:a16="http://schemas.microsoft.com/office/drawing/2014/main" id="{CE25C542-C240-ADE2-274D-DEEBF010EC71}"/>
                  </a:ext>
                </a:extLst>
              </p:cNvPr>
              <p:cNvSpPr txBox="1"/>
              <p:nvPr/>
            </p:nvSpPr>
            <p:spPr>
              <a:xfrm>
                <a:off x="6353175" y="1064856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02 • HCI / RURAL COMPUTING</a:t>
                </a:r>
              </a:p>
            </p:txBody>
          </p:sp>
          <p:sp>
            <p:nvSpPr>
              <p:cNvPr id="20" name="TextBox 23">
                <a:extLst>
                  <a:ext uri="{FF2B5EF4-FFF2-40B4-BE49-F238E27FC236}">
                    <a16:creationId xmlns:a16="http://schemas.microsoft.com/office/drawing/2014/main" id="{E5F952B3-B28F-3092-2C57-FED0BB938AF6}"/>
                  </a:ext>
                </a:extLst>
              </p:cNvPr>
              <p:cNvSpPr txBox="1"/>
              <p:nvPr/>
            </p:nvSpPr>
            <p:spPr>
              <a:xfrm>
                <a:off x="6353175" y="1258491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Medhi, I., et al. (ACM TOCHI)</a:t>
                </a:r>
              </a:p>
            </p:txBody>
          </p:sp>
          <p:sp>
            <p:nvSpPr>
              <p:cNvPr id="21" name="TextBox 24">
                <a:extLst>
                  <a:ext uri="{FF2B5EF4-FFF2-40B4-BE49-F238E27FC236}">
                    <a16:creationId xmlns:a16="http://schemas.microsoft.com/office/drawing/2014/main" id="{F320ED8A-3C81-993D-9647-3E4A1DE7264A}"/>
                  </a:ext>
                </a:extLst>
              </p:cNvPr>
              <p:cNvSpPr txBox="1"/>
              <p:nvPr/>
            </p:nvSpPr>
            <p:spPr>
              <a:xfrm>
                <a:off x="6353175" y="1451372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“Designing Mobile Applications for Low-Literate Users: A Case Study from India.”</a:t>
                </a:r>
              </a:p>
            </p:txBody>
          </p:sp>
          <p:sp>
            <p:nvSpPr>
              <p:cNvPr id="22" name="TextBox 25">
                <a:extLst>
                  <a:ext uri="{FF2B5EF4-FFF2-40B4-BE49-F238E27FC236}">
                    <a16:creationId xmlns:a16="http://schemas.microsoft.com/office/drawing/2014/main" id="{CE1FA99D-B64B-739E-74B5-6E3BB3BA5E56}"/>
                  </a:ext>
                </a:extLst>
              </p:cNvPr>
              <p:cNvSpPr txBox="1"/>
              <p:nvPr/>
            </p:nvSpPr>
            <p:spPr>
              <a:xfrm>
                <a:off x="6496050" y="1613933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dl.acm.org/doi/10.1145/3290605.3300433</a:t>
                </a:r>
              </a:p>
            </p:txBody>
          </p:sp>
          <p:sp>
            <p:nvSpPr>
              <p:cNvPr id="23" name="TextBox 26">
                <a:extLst>
                  <a:ext uri="{FF2B5EF4-FFF2-40B4-BE49-F238E27FC236}">
                    <a16:creationId xmlns:a16="http://schemas.microsoft.com/office/drawing/2014/main" id="{1BB58DF0-80B7-2A9B-BC7F-5CD0E9B5A603}"/>
                  </a:ext>
                </a:extLst>
              </p:cNvPr>
              <p:cNvSpPr txBox="1"/>
              <p:nvPr/>
            </p:nvSpPr>
            <p:spPr>
              <a:xfrm>
                <a:off x="542925" y="2414140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03 • VOICE UI RESEARCH</a:t>
                </a:r>
              </a:p>
            </p:txBody>
          </p:sp>
          <p:sp>
            <p:nvSpPr>
              <p:cNvPr id="24" name="TextBox 27">
                <a:extLst>
                  <a:ext uri="{FF2B5EF4-FFF2-40B4-BE49-F238E27FC236}">
                    <a16:creationId xmlns:a16="http://schemas.microsoft.com/office/drawing/2014/main" id="{2ECECCDE-8518-0E02-5677-29C24180DDEF}"/>
                  </a:ext>
                </a:extLst>
              </p:cNvPr>
              <p:cNvSpPr txBox="1"/>
              <p:nvPr/>
            </p:nvSpPr>
            <p:spPr>
              <a:xfrm>
                <a:off x="571500" y="2596754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Patel, N., et al. (ACM CHI)</a:t>
                </a:r>
              </a:p>
            </p:txBody>
          </p:sp>
          <p:sp>
            <p:nvSpPr>
              <p:cNvPr id="25" name="TextBox 28">
                <a:extLst>
                  <a:ext uri="{FF2B5EF4-FFF2-40B4-BE49-F238E27FC236}">
                    <a16:creationId xmlns:a16="http://schemas.microsoft.com/office/drawing/2014/main" id="{DAC65C47-6A34-181C-54BD-C73BF35A5955}"/>
                  </a:ext>
                </a:extLst>
              </p:cNvPr>
              <p:cNvSpPr txBox="1"/>
              <p:nvPr/>
            </p:nvSpPr>
            <p:spPr>
              <a:xfrm>
                <a:off x="571500" y="2789635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sz="900" b="0" i="0" u="none" dirty="0" err="1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VoiceFirst</a:t>
                </a:r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Designing Voice-Based Mobile Interfaces for Low-Literate Users in Rural India.”</a:t>
                </a:r>
              </a:p>
            </p:txBody>
          </p:sp>
          <p:sp>
            <p:nvSpPr>
              <p:cNvPr id="26" name="TextBox 29">
                <a:extLst>
                  <a:ext uri="{FF2B5EF4-FFF2-40B4-BE49-F238E27FC236}">
                    <a16:creationId xmlns:a16="http://schemas.microsoft.com/office/drawing/2014/main" id="{B6517C39-640C-32DB-A4F8-0F0E3E4053C5}"/>
                  </a:ext>
                </a:extLst>
              </p:cNvPr>
              <p:cNvSpPr txBox="1"/>
              <p:nvPr/>
            </p:nvSpPr>
            <p:spPr>
              <a:xfrm>
                <a:off x="714375" y="2952196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dl.acm.org/doi/10.1145/3313831.3376174</a:t>
                </a:r>
              </a:p>
            </p:txBody>
          </p:sp>
          <p:sp>
            <p:nvSpPr>
              <p:cNvPr id="27" name="TextBox 30">
                <a:extLst>
                  <a:ext uri="{FF2B5EF4-FFF2-40B4-BE49-F238E27FC236}">
                    <a16:creationId xmlns:a16="http://schemas.microsoft.com/office/drawing/2014/main" id="{EBA6C86A-E708-81F2-1F70-6292A8F0148D}"/>
                  </a:ext>
                </a:extLst>
              </p:cNvPr>
              <p:cNvSpPr txBox="1"/>
              <p:nvPr/>
            </p:nvSpPr>
            <p:spPr>
              <a:xfrm>
                <a:off x="6353175" y="2403120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04 • NATIONAL MISSION</a:t>
                </a:r>
              </a:p>
            </p:txBody>
          </p:sp>
          <p:sp>
            <p:nvSpPr>
              <p:cNvPr id="28" name="TextBox 31">
                <a:extLst>
                  <a:ext uri="{FF2B5EF4-FFF2-40B4-BE49-F238E27FC236}">
                    <a16:creationId xmlns:a16="http://schemas.microsoft.com/office/drawing/2014/main" id="{D564600D-21E9-2F82-3421-E96AE5C79462}"/>
                  </a:ext>
                </a:extLst>
              </p:cNvPr>
              <p:cNvSpPr txBox="1"/>
              <p:nvPr/>
            </p:nvSpPr>
            <p:spPr>
              <a:xfrm>
                <a:off x="6353175" y="2596754"/>
                <a:ext cx="5295900" cy="144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Bhashini – National Language Translation Mission</a:t>
                </a:r>
              </a:p>
            </p:txBody>
          </p:sp>
          <p:sp>
            <p:nvSpPr>
              <p:cNvPr id="29" name="TextBox 32">
                <a:extLst>
                  <a:ext uri="{FF2B5EF4-FFF2-40B4-BE49-F238E27FC236}">
                    <a16:creationId xmlns:a16="http://schemas.microsoft.com/office/drawing/2014/main" id="{B06F733C-5262-7BD9-E1F8-5153BC91DD3C}"/>
                  </a:ext>
                </a:extLst>
              </p:cNvPr>
              <p:cNvSpPr txBox="1"/>
              <p:nvPr/>
            </p:nvSpPr>
            <p:spPr>
              <a:xfrm>
                <a:off x="6353175" y="2789635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Ministry of Electronics and Information Technology (</a:t>
                </a:r>
                <a:r>
                  <a:rPr sz="900" b="0" i="0" u="none" dirty="0" err="1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MeitY</a:t>
                </a:r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), Government of India.</a:t>
                </a:r>
              </a:p>
            </p:txBody>
          </p:sp>
          <p:sp>
            <p:nvSpPr>
              <p:cNvPr id="30" name="TextBox 33">
                <a:extLst>
                  <a:ext uri="{FF2B5EF4-FFF2-40B4-BE49-F238E27FC236}">
                    <a16:creationId xmlns:a16="http://schemas.microsoft.com/office/drawing/2014/main" id="{67E7F587-7FE2-52C2-7358-3519F9E7234A}"/>
                  </a:ext>
                </a:extLst>
              </p:cNvPr>
              <p:cNvSpPr txBox="1"/>
              <p:nvPr/>
            </p:nvSpPr>
            <p:spPr>
              <a:xfrm>
                <a:off x="6496050" y="2952196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bhashini.gov.in</a:t>
                </a:r>
              </a:p>
            </p:txBody>
          </p:sp>
          <p:sp>
            <p:nvSpPr>
              <p:cNvPr id="31" name="TextBox 34">
                <a:extLst>
                  <a:ext uri="{FF2B5EF4-FFF2-40B4-BE49-F238E27FC236}">
                    <a16:creationId xmlns:a16="http://schemas.microsoft.com/office/drawing/2014/main" id="{59B3542E-7E2A-4343-F2B3-3CA2720926DB}"/>
                  </a:ext>
                </a:extLst>
              </p:cNvPr>
              <p:cNvSpPr txBox="1"/>
              <p:nvPr/>
            </p:nvSpPr>
            <p:spPr>
              <a:xfrm>
                <a:off x="542924" y="3731711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05 • INDIC SPEECH MODELS</a:t>
                </a:r>
              </a:p>
            </p:txBody>
          </p:sp>
          <p:sp>
            <p:nvSpPr>
              <p:cNvPr id="32" name="TextBox 35">
                <a:extLst>
                  <a:ext uri="{FF2B5EF4-FFF2-40B4-BE49-F238E27FC236}">
                    <a16:creationId xmlns:a16="http://schemas.microsoft.com/office/drawing/2014/main" id="{3A8D2FE9-2981-7E95-8E01-81C4977CE9BA}"/>
                  </a:ext>
                </a:extLst>
              </p:cNvPr>
              <p:cNvSpPr txBox="1"/>
              <p:nvPr/>
            </p:nvSpPr>
            <p:spPr>
              <a:xfrm>
                <a:off x="571500" y="3935016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AI4Bharat (IIT Madras)</a:t>
                </a:r>
              </a:p>
            </p:txBody>
          </p:sp>
          <p:sp>
            <p:nvSpPr>
              <p:cNvPr id="33" name="TextBox 36">
                <a:extLst>
                  <a:ext uri="{FF2B5EF4-FFF2-40B4-BE49-F238E27FC236}">
                    <a16:creationId xmlns:a16="http://schemas.microsoft.com/office/drawing/2014/main" id="{2D79E21C-6893-08F4-725A-FC6C2000F555}"/>
                  </a:ext>
                </a:extLst>
              </p:cNvPr>
              <p:cNvSpPr txBox="1"/>
              <p:nvPr/>
            </p:nvSpPr>
            <p:spPr>
              <a:xfrm>
                <a:off x="571500" y="4127897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“Open Indic Speech and Translation Models for Next Billion Indian Language Users.”</a:t>
                </a:r>
              </a:p>
            </p:txBody>
          </p:sp>
          <p:sp>
            <p:nvSpPr>
              <p:cNvPr id="34" name="TextBox 37">
                <a:extLst>
                  <a:ext uri="{FF2B5EF4-FFF2-40B4-BE49-F238E27FC236}">
                    <a16:creationId xmlns:a16="http://schemas.microsoft.com/office/drawing/2014/main" id="{3A276A03-DF04-F16A-CD49-30F4EBE09DE5}"/>
                  </a:ext>
                </a:extLst>
              </p:cNvPr>
              <p:cNvSpPr txBox="1"/>
              <p:nvPr/>
            </p:nvSpPr>
            <p:spPr>
              <a:xfrm>
                <a:off x="714375" y="4290459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ai4bharat.org</a:t>
                </a:r>
              </a:p>
            </p:txBody>
          </p:sp>
          <p:sp>
            <p:nvSpPr>
              <p:cNvPr id="35" name="TextBox 38">
                <a:extLst>
                  <a:ext uri="{FF2B5EF4-FFF2-40B4-BE49-F238E27FC236}">
                    <a16:creationId xmlns:a16="http://schemas.microsoft.com/office/drawing/2014/main" id="{CC263AC9-DE43-89CC-5377-946922328DD6}"/>
                  </a:ext>
                </a:extLst>
              </p:cNvPr>
              <p:cNvSpPr txBox="1"/>
              <p:nvPr/>
            </p:nvSpPr>
            <p:spPr>
              <a:xfrm>
                <a:off x="6338888" y="3719804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06 • AI POLICY</a:t>
                </a:r>
              </a:p>
            </p:txBody>
          </p:sp>
          <p:sp>
            <p:nvSpPr>
              <p:cNvPr id="36" name="TextBox 39">
                <a:extLst>
                  <a:ext uri="{FF2B5EF4-FFF2-40B4-BE49-F238E27FC236}">
                    <a16:creationId xmlns:a16="http://schemas.microsoft.com/office/drawing/2014/main" id="{E9D4ED6C-C10B-780A-832F-2F2C30130995}"/>
                  </a:ext>
                </a:extLst>
              </p:cNvPr>
              <p:cNvSpPr txBox="1"/>
              <p:nvPr/>
            </p:nvSpPr>
            <p:spPr>
              <a:xfrm>
                <a:off x="6353175" y="3935016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NITI Aayog National Strategy</a:t>
                </a:r>
              </a:p>
            </p:txBody>
          </p:sp>
          <p:sp>
            <p:nvSpPr>
              <p:cNvPr id="37" name="TextBox 40">
                <a:extLst>
                  <a:ext uri="{FF2B5EF4-FFF2-40B4-BE49-F238E27FC236}">
                    <a16:creationId xmlns:a16="http://schemas.microsoft.com/office/drawing/2014/main" id="{B01534C2-CD1B-E133-9833-779E7E4A3D55}"/>
                  </a:ext>
                </a:extLst>
              </p:cNvPr>
              <p:cNvSpPr txBox="1"/>
              <p:nvPr/>
            </p:nvSpPr>
            <p:spPr>
              <a:xfrm>
                <a:off x="6353175" y="4127897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“National Strategy for Artificial Intelligence #AIforAll — Empowering Rural &amp; Grassroot Communities.”</a:t>
                </a:r>
              </a:p>
            </p:txBody>
          </p:sp>
          <p:sp>
            <p:nvSpPr>
              <p:cNvPr id="38" name="TextBox 41">
                <a:extLst>
                  <a:ext uri="{FF2B5EF4-FFF2-40B4-BE49-F238E27FC236}">
                    <a16:creationId xmlns:a16="http://schemas.microsoft.com/office/drawing/2014/main" id="{C4E66133-D4A6-5250-71DC-8C5CB1618CF3}"/>
                  </a:ext>
                </a:extLst>
              </p:cNvPr>
              <p:cNvSpPr txBox="1"/>
              <p:nvPr/>
            </p:nvSpPr>
            <p:spPr>
              <a:xfrm>
                <a:off x="6496050" y="4290459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niti.gov.in/national-strategy-artificial-intelligence</a:t>
                </a:r>
              </a:p>
            </p:txBody>
          </p:sp>
          <p:sp>
            <p:nvSpPr>
              <p:cNvPr id="39" name="TextBox 42">
                <a:extLst>
                  <a:ext uri="{FF2B5EF4-FFF2-40B4-BE49-F238E27FC236}">
                    <a16:creationId xmlns:a16="http://schemas.microsoft.com/office/drawing/2014/main" id="{5BB1101C-9D3B-065A-4B0E-9709829E9A7E}"/>
                  </a:ext>
                </a:extLst>
              </p:cNvPr>
              <p:cNvSpPr txBox="1"/>
              <p:nvPr/>
            </p:nvSpPr>
            <p:spPr>
              <a:xfrm>
                <a:off x="571499" y="5060356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07 • ETHICS &amp; SOCIAL GOOD</a:t>
                </a:r>
              </a:p>
            </p:txBody>
          </p:sp>
          <p:sp>
            <p:nvSpPr>
              <p:cNvPr id="40" name="TextBox 43">
                <a:extLst>
                  <a:ext uri="{FF2B5EF4-FFF2-40B4-BE49-F238E27FC236}">
                    <a16:creationId xmlns:a16="http://schemas.microsoft.com/office/drawing/2014/main" id="{6452771F-2126-DF9D-340B-07128EF54013}"/>
                  </a:ext>
                </a:extLst>
              </p:cNvPr>
              <p:cNvSpPr txBox="1"/>
              <p:nvPr/>
            </p:nvSpPr>
            <p:spPr>
              <a:xfrm>
                <a:off x="571500" y="5273279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Sambasivan, N., et al. (ACM FAccT)</a:t>
                </a:r>
              </a:p>
            </p:txBody>
          </p:sp>
          <p:sp>
            <p:nvSpPr>
              <p:cNvPr id="41" name="TextBox 44">
                <a:extLst>
                  <a:ext uri="{FF2B5EF4-FFF2-40B4-BE49-F238E27FC236}">
                    <a16:creationId xmlns:a16="http://schemas.microsoft.com/office/drawing/2014/main" id="{72BBCE60-4EAE-CAAF-6267-423973646DFF}"/>
                  </a:ext>
                </a:extLst>
              </p:cNvPr>
              <p:cNvSpPr txBox="1"/>
              <p:nvPr/>
            </p:nvSpPr>
            <p:spPr>
              <a:xfrm>
                <a:off x="571500" y="5466160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“AI for Social Good in the Global South: Re-evaluating Design Assumptions &amp; Algorithmic Parity.”</a:t>
                </a:r>
              </a:p>
            </p:txBody>
          </p:sp>
          <p:sp>
            <p:nvSpPr>
              <p:cNvPr id="42" name="TextBox 45">
                <a:extLst>
                  <a:ext uri="{FF2B5EF4-FFF2-40B4-BE49-F238E27FC236}">
                    <a16:creationId xmlns:a16="http://schemas.microsoft.com/office/drawing/2014/main" id="{623DBD75-68F4-4ED7-6664-D1E366C8E5E8}"/>
                  </a:ext>
                </a:extLst>
              </p:cNvPr>
              <p:cNvSpPr txBox="1"/>
              <p:nvPr/>
            </p:nvSpPr>
            <p:spPr>
              <a:xfrm>
                <a:off x="714375" y="5628722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arxiv.org/abs/2201.05324</a:t>
                </a:r>
              </a:p>
            </p:txBody>
          </p:sp>
          <p:sp>
            <p:nvSpPr>
              <p:cNvPr id="43" name="TextBox 46">
                <a:extLst>
                  <a:ext uri="{FF2B5EF4-FFF2-40B4-BE49-F238E27FC236}">
                    <a16:creationId xmlns:a16="http://schemas.microsoft.com/office/drawing/2014/main" id="{BB7E152C-0DF6-4A91-6C7C-16070AF255E5}"/>
                  </a:ext>
                </a:extLst>
              </p:cNvPr>
              <p:cNvSpPr txBox="1"/>
              <p:nvPr/>
            </p:nvSpPr>
            <p:spPr>
              <a:xfrm>
                <a:off x="6353174" y="5083071"/>
                <a:ext cx="5176837" cy="1652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050" b="0" i="0" u="none" dirty="0">
                    <a:solidFill>
                      <a:srgbClr val="F370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 08 • ICTD THEORY</a:t>
                </a:r>
              </a:p>
            </p:txBody>
          </p:sp>
          <p:sp>
            <p:nvSpPr>
              <p:cNvPr id="44" name="TextBox 47">
                <a:extLst>
                  <a:ext uri="{FF2B5EF4-FFF2-40B4-BE49-F238E27FC236}">
                    <a16:creationId xmlns:a16="http://schemas.microsoft.com/office/drawing/2014/main" id="{D1370E2C-3EA4-44E7-B006-DAE01504BE57}"/>
                  </a:ext>
                </a:extLst>
              </p:cNvPr>
              <p:cNvSpPr txBox="1"/>
              <p:nvPr/>
            </p:nvSpPr>
            <p:spPr>
              <a:xfrm>
                <a:off x="6353175" y="5273279"/>
                <a:ext cx="5295900" cy="1459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218"/>
                  </a:lnSpc>
                </a:pPr>
                <a:r>
                  <a:rPr sz="900" b="1" i="0" u="none" dirty="0">
                    <a:solidFill>
                      <a:srgbClr val="1F3A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Toyama, K. (MIS Quarterly)</a:t>
                </a:r>
              </a:p>
            </p:txBody>
          </p:sp>
          <p:sp>
            <p:nvSpPr>
              <p:cNvPr id="45" name="TextBox 48">
                <a:extLst>
                  <a:ext uri="{FF2B5EF4-FFF2-40B4-BE49-F238E27FC236}">
                    <a16:creationId xmlns:a16="http://schemas.microsoft.com/office/drawing/2014/main" id="{1C392584-6CC5-2A08-D934-2C5808F8EA87}"/>
                  </a:ext>
                </a:extLst>
              </p:cNvPr>
              <p:cNvSpPr txBox="1"/>
              <p:nvPr/>
            </p:nvSpPr>
            <p:spPr>
              <a:xfrm>
                <a:off x="6353175" y="5466160"/>
                <a:ext cx="5295900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>
                    <a:solidFill>
                      <a:srgbClr val="47556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“Technology as Amplifier in International Development: Bridging Skill &amp; Digital Literacy Chasms.”</a:t>
                </a:r>
              </a:p>
            </p:txBody>
          </p:sp>
          <p:sp>
            <p:nvSpPr>
              <p:cNvPr id="46" name="TextBox 49">
                <a:extLst>
                  <a:ext uri="{FF2B5EF4-FFF2-40B4-BE49-F238E27FC236}">
                    <a16:creationId xmlns:a16="http://schemas.microsoft.com/office/drawing/2014/main" id="{2604485E-82B5-43FC-6AEC-30453CEDFDF0}"/>
                  </a:ext>
                </a:extLst>
              </p:cNvPr>
              <p:cNvSpPr txBox="1"/>
              <p:nvPr/>
            </p:nvSpPr>
            <p:spPr>
              <a:xfrm>
                <a:off x="6496050" y="5628722"/>
                <a:ext cx="5153025" cy="1416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>
                    <a:solidFill>
                      <a:srgbClr val="0284C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ssrn.com/abstract=1703878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CFF4A4AA-9499-CE2A-92F7-1AF8D7D3C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" y="1634729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D40D99A9-F6A8-438B-8B9F-76170E3D7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3175" y="1634729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B83EDFA1-85DF-6FBE-1973-5CB95A255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500" y="2972991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A6A94CE9-3ACC-11D4-39FE-F94EC97A6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53175" y="2972991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22ABDA84-46F8-B0EB-D012-3CE7160CC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" y="4311254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5FE1D4A4-C8F5-6B3E-C4C1-B7C701BE0C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3175" y="4311254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DBB3A01B-6AD3-FB8D-5EA3-931AF2CD79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500" y="5649516"/>
                <a:ext cx="104775" cy="100012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472ABFB-E8E9-F787-1DD7-8E935A490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53175" y="5649516"/>
                <a:ext cx="104775" cy="1000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7835</TotalTime>
  <Words>950</Words>
  <Application>Microsoft Office PowerPoint</Application>
  <PresentationFormat>Widescreen</PresentationFormat>
  <Paragraphs>192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KARIGAR – AI Digital Assistant for Artisans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Sangamithra D</cp:lastModifiedBy>
  <cp:revision>150</cp:revision>
  <dcterms:created xsi:type="dcterms:W3CDTF">2013-12-12T18:46:50Z</dcterms:created>
  <dcterms:modified xsi:type="dcterms:W3CDTF">2026-09-11T09:51:56Z</dcterms:modified>
  <cp:category/>
</cp:coreProperties>
</file>